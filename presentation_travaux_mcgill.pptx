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7da0834e044946ad" /><Relationship Type="http://schemas.openxmlformats.org/officeDocument/2006/relationships/extended-properties" Target="/docProps/app.xml" Id="R6a21bb7c9839444c" /><Relationship Type="http://schemas.openxmlformats.org/officeDocument/2006/relationships/officeDocument" Target="/ppt/presentation.xml" Id="R40117637499a4584" /></Relationships>
</file>

<file path=ppt/presentation.xml><?xml version="1.0" encoding="utf-8"?>
<p:presentation xmlns:p="http://schemas.openxmlformats.org/presentationml/2006/main">
  <p:sldMasterIdLst>
    <p:sldMasterId xmlns:r="http://schemas.openxmlformats.org/officeDocument/2006/relationships" id="2147483648" r:id="R83362e1331eb42a7"/>
  </p:sldMasterIdLst>
  <p:notesMasterIdLst>
    <p:notesMasterId xmlns:r="http://schemas.openxmlformats.org/officeDocument/2006/relationships" r:id="Ra38bf668c9524a04"/>
  </p:notesMasterIdLst>
  <p:sldIdLst>
    <p:sldId xmlns:r="http://schemas.openxmlformats.org/officeDocument/2006/relationships" id="256" r:id="R26fbf11f08074fa2"/>
    <p:sldId xmlns:r="http://schemas.openxmlformats.org/officeDocument/2006/relationships" id="257" r:id="R14aede12b6974a97"/>
    <p:sldId xmlns:r="http://schemas.openxmlformats.org/officeDocument/2006/relationships" id="258" r:id="R8d63efe69ed54895"/>
    <p:sldId xmlns:r="http://schemas.openxmlformats.org/officeDocument/2006/relationships" id="259" r:id="R0ed3c24ee59d4605"/>
    <p:sldId xmlns:r="http://schemas.openxmlformats.org/officeDocument/2006/relationships" id="260" r:id="Rd1ac0a6830e04b2a"/>
    <p:sldId xmlns:r="http://schemas.openxmlformats.org/officeDocument/2006/relationships" id="261" r:id="Raaea402838d64867"/>
    <p:sldId xmlns:r="http://schemas.openxmlformats.org/officeDocument/2006/relationships" id="262" r:id="R34723037f32d4015"/>
    <p:sldId xmlns:r="http://schemas.openxmlformats.org/officeDocument/2006/relationships" id="263" r:id="Rbb8f92d3ac9b471d"/>
    <p:sldId xmlns:r="http://schemas.openxmlformats.org/officeDocument/2006/relationships" id="264" r:id="R0796b9fe3e084d34"/>
    <p:sldId xmlns:r="http://schemas.openxmlformats.org/officeDocument/2006/relationships" id="265" r:id="R383bb5f06cb54fb0"/>
    <p:sldId xmlns:r="http://schemas.openxmlformats.org/officeDocument/2006/relationships" id="266" r:id="R031371a328a54745"/>
    <p:sldId xmlns:r="http://schemas.openxmlformats.org/officeDocument/2006/relationships" id="267" r:id="R213b178e277f469b"/>
  </p:sldIdLst>
  <p:sldSz cx="12191695"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viewProps.xml><?xml version="1.0" encoding="utf-8"?>
<p:viewPr xmlns:p="http://schemas.openxmlformats.org/presentationml/2006/main">
  <p:slideViewPr>
    <p:cSldViewPr snapToGrid="0" snapToObjects="1">
      <p:cViewPr>
        <p:scale>
          <a:sx xmlns:a="http://schemas.openxmlformats.org/drawingml/2006/main" n="1" d="1"/>
          <a:sy xmlns:a="http://schemas.openxmlformats.org/drawingml/2006/main" n="1" d="1"/>
        </p:scale>
        <p:origin x="0" y="0"/>
      </p:cViewPr>
      <p:guideLst/>
    </p:cSldViewPr>
  </p:slideViewPr>
  <p:gridSpacing cx="76200" cy="76200"/>
</p:viewPr>
</file>

<file path=ppt/_rels/presentation.xml.rels>&#65279;<?xml version="1.0" encoding="utf-8"?><Relationships xmlns="http://schemas.openxmlformats.org/package/2006/relationships"><Relationship Type="http://schemas.openxmlformats.org/officeDocument/2006/relationships/theme" Target="/ppt/theme/theme1.xml" Id="Rd50fecc476654b4d" /><Relationship Type="http://schemas.openxmlformats.org/officeDocument/2006/relationships/slideMaster" Target="/ppt/slideMasters/slideMaster1.xml" Id="R83362e1331eb42a7" /><Relationship Type="http://schemas.openxmlformats.org/officeDocument/2006/relationships/notesMaster" Target="/ppt/notesMasters/notesMaster1.xml" Id="Ra38bf668c9524a04" /><Relationship Type="http://schemas.openxmlformats.org/officeDocument/2006/relationships/presProps" Target="/ppt/presProps.xml" Id="Raa964ffd36ac4459" /><Relationship Type="http://schemas.openxmlformats.org/officeDocument/2006/relationships/viewProps" Target="/ppt/viewProps.xml" Id="R4d2085617e1a4e8a" /><Relationship Type="http://schemas.openxmlformats.org/officeDocument/2006/relationships/tableStyles" Target="/ppt/tableStyles.xml" Id="Ra48ad9e0d10a4c5c" /><Relationship Type="http://schemas.openxmlformats.org/officeDocument/2006/relationships/slide" Target="/ppt/slides/slide1.xml" Id="R26fbf11f08074fa2" /><Relationship Type="http://schemas.openxmlformats.org/officeDocument/2006/relationships/slide" Target="/ppt/slides/slide2.xml" Id="R14aede12b6974a97" /><Relationship Type="http://schemas.openxmlformats.org/officeDocument/2006/relationships/slide" Target="/ppt/slides/slide3.xml" Id="R8d63efe69ed54895" /><Relationship Type="http://schemas.openxmlformats.org/officeDocument/2006/relationships/slide" Target="/ppt/slides/slide4.xml" Id="R0ed3c24ee59d4605" /><Relationship Type="http://schemas.openxmlformats.org/officeDocument/2006/relationships/slide" Target="/ppt/slides/slide5.xml" Id="Rd1ac0a6830e04b2a" /><Relationship Type="http://schemas.openxmlformats.org/officeDocument/2006/relationships/slide" Target="/ppt/slides/slide6.xml" Id="Raaea402838d64867" /><Relationship Type="http://schemas.openxmlformats.org/officeDocument/2006/relationships/slide" Target="/ppt/slides/slide7.xml" Id="R34723037f32d4015" /><Relationship Type="http://schemas.openxmlformats.org/officeDocument/2006/relationships/slide" Target="/ppt/slides/slide8.xml" Id="Rbb8f92d3ac9b471d" /><Relationship Type="http://schemas.openxmlformats.org/officeDocument/2006/relationships/slide" Target="/ppt/slides/slide9.xml" Id="R0796b9fe3e084d34" /><Relationship Type="http://schemas.openxmlformats.org/officeDocument/2006/relationships/slide" Target="/ppt/slides/slide10.xml" Id="R383bb5f06cb54fb0" /><Relationship Type="http://schemas.openxmlformats.org/officeDocument/2006/relationships/slide" Target="/ppt/slides/slide11.xml" Id="R031371a328a54745" /><Relationship Type="http://schemas.openxmlformats.org/officeDocument/2006/relationships/slide" Target="/ppt/slides/slide12.xml" Id="R213b178e277f469b"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e973e8631334425f"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e908292d066344d3" /><Relationship Type="http://schemas.openxmlformats.org/officeDocument/2006/relationships/notesMaster" Target="/ppt/notesMasters/notesMaster1.xml" Id="R45c04ccdf11544ae" /></Relationships>
</file>

<file path=ppt/notesSlides/_rels/notesSlide2.xml.rels>&#65279;<?xml version="1.0" encoding="utf-8"?><Relationships xmlns="http://schemas.openxmlformats.org/package/2006/relationships"><Relationship Type="http://schemas.openxmlformats.org/officeDocument/2006/relationships/slide" Target="/ppt/slides/slide2.xml" Id="Rf6168a3c5c2e4a12" /><Relationship Type="http://schemas.openxmlformats.org/officeDocument/2006/relationships/notesMaster" Target="/ppt/notesMasters/notesMaster1.xml" Id="R27525e80475c481d" /></Relationships>
</file>

<file path=ppt/notesSlides/_rels/notesSlide3.xml.rels>&#65279;<?xml version="1.0" encoding="utf-8"?><Relationships xmlns="http://schemas.openxmlformats.org/package/2006/relationships"><Relationship Type="http://schemas.openxmlformats.org/officeDocument/2006/relationships/slide" Target="/ppt/slides/slide3.xml" Id="Rc43e6736ff3f4c6c" /><Relationship Type="http://schemas.openxmlformats.org/officeDocument/2006/relationships/notesMaster" Target="/ppt/notesMasters/notesMaster1.xml" Id="Rf75b86394c7c4ff8" /></Relationships>
</file>

<file path=ppt/notesSlides/_rels/notesSlide4.xml.rels>&#65279;<?xml version="1.0" encoding="utf-8"?><Relationships xmlns="http://schemas.openxmlformats.org/package/2006/relationships"><Relationship Type="http://schemas.openxmlformats.org/officeDocument/2006/relationships/slide" Target="/ppt/slides/slide4.xml" Id="Rcc52ba37132d4752" /><Relationship Type="http://schemas.openxmlformats.org/officeDocument/2006/relationships/notesMaster" Target="/ppt/notesMasters/notesMaster1.xml" Id="R2806ba15e61c4eb3" /></Relationships>
</file>

<file path=ppt/notesSlides/_rels/notesSlide5.xml.rels>&#65279;<?xml version="1.0" encoding="utf-8"?><Relationships xmlns="http://schemas.openxmlformats.org/package/2006/relationships"><Relationship Type="http://schemas.openxmlformats.org/officeDocument/2006/relationships/slide" Target="/ppt/slides/slide5.xml" Id="R627d4821a3cd4574" /><Relationship Type="http://schemas.openxmlformats.org/officeDocument/2006/relationships/notesMaster" Target="/ppt/notesMasters/notesMaster1.xml" Id="Ra6aaf1696d70431c" /></Relationships>
</file>

<file path=ppt/notesSlides/_rels/notesSlide6.xml.rels>&#65279;<?xml version="1.0" encoding="utf-8"?><Relationships xmlns="http://schemas.openxmlformats.org/package/2006/relationships"><Relationship Type="http://schemas.openxmlformats.org/officeDocument/2006/relationships/slide" Target="/ppt/slides/slide6.xml" Id="Raa59c207ddec4ffa" /><Relationship Type="http://schemas.openxmlformats.org/officeDocument/2006/relationships/notesMaster" Target="/ppt/notesMasters/notesMaster1.xml" Id="R13534e7c65444f39" /></Relationships>
</file>

<file path=ppt/notesSlides/_rels/notesSlide7.xml.rels>&#65279;<?xml version="1.0" encoding="utf-8"?><Relationships xmlns="http://schemas.openxmlformats.org/package/2006/relationships"><Relationship Type="http://schemas.openxmlformats.org/officeDocument/2006/relationships/slide" Target="/ppt/slides/slide7.xml" Id="R10d8e7efb95043bf" /><Relationship Type="http://schemas.openxmlformats.org/officeDocument/2006/relationships/notesMaster" Target="/ppt/notesMasters/notesMaster1.xml" Id="Rde01f4529db54cbe" /></Relationships>
</file>

<file path=ppt/notesSlides/_rels/notesSlide8.xml.rels>&#65279;<?xml version="1.0" encoding="utf-8"?><Relationships xmlns="http://schemas.openxmlformats.org/package/2006/relationships"><Relationship Type="http://schemas.openxmlformats.org/officeDocument/2006/relationships/slide" Target="/ppt/slides/slide8.xml" Id="R5c9ce2a803114891" /><Relationship Type="http://schemas.openxmlformats.org/officeDocument/2006/relationships/notesMaster" Target="/ppt/notesMasters/notesMaster1.xml" Id="Rdaa477fda0e0460c" /></Relationships>
</file>

<file path=ppt/notesSlides/_rels/notesSlide9.xml.rels>&#65279;<?xml version="1.0" encoding="utf-8"?><Relationships xmlns="http://schemas.openxmlformats.org/package/2006/relationships"><Relationship Type="http://schemas.openxmlformats.org/officeDocument/2006/relationships/slide" Target="/ppt/slides/slide9.xml" Id="Ra5a631e3f1934a54" /><Relationship Type="http://schemas.openxmlformats.org/officeDocument/2006/relationships/notesMaster" Target="/ppt/notesMasters/notesMaster1.xml" Id="R3ff7869b09cc487f"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a2d20e94474b41fa" /><Relationship Type="http://schemas.openxmlformats.org/officeDocument/2006/relationships/notesMaster" Target="/ppt/notesMasters/notesMaster1.xml" Id="Rc2b9bd0eaf994b67"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f37b5eaaa0c1463f" /><Relationship Type="http://schemas.openxmlformats.org/officeDocument/2006/relationships/notesMaster" Target="/ppt/notesMasters/notesMaster1.xml" Id="Rdfafcea418e943ab"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3bd2c91f98fd453d" /><Relationship Type="http://schemas.openxmlformats.org/officeDocument/2006/relationships/notesMaster" Target="/ppt/notesMasters/notesMaster1.xml" Id="R290268b4ced54492"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MESSAGE PRINCIPAL — L’alignement met en relation deux sources indépendantes : les scans comportementaux fournis par McGill et les notifications générées à partir des données IceTag.</a:t>
            </a:r>
          </a:p>
          <a:p xmlns:a="http://schemas.openxmlformats.org/drawingml/2006/main">
            <a:r>
              <a:t/>
            </a:r>
          </a:p>
          <a:p xmlns:a="http://schemas.openxmlformats.org/drawingml/2006/main">
            <a:r>
              <a:t>MÉTHODE — Pour chaque scan, la comparaison recherche une notification de la même vache dans une fenêtre de plus ou moins un jour. Un scan n’est comparable que si des données IceTag existent pour cette vache dans la même fenêtre.</a:t>
            </a:r>
          </a:p>
          <a:p xmlns:a="http://schemas.openxmlformats.org/drawingml/2006/main">
            <a:r>
              <a:t/>
            </a:r>
          </a:p>
          <a:p xmlns:a="http://schemas.openxmlformats.org/drawingml/2006/main">
            <a:r>
              <a:t>CORRECTION DU DÉNOMINATEUR — Les 396 lignes sont des scans McGill datés. Elles ne sont pas toutes couvertes par IceTag. Après contrôle de la couverture, 133 scans sont réellement comparables à plus ou moins un jour : 41 en Winter 2019, 55 en Summer 2019, 27 en Fall 2019 et 10 en Fall 2021. Parmi eux, 38 ont au moins une notification proche, soit 28,6 %.</a:t>
            </a:r>
          </a:p>
          <a:p xmlns:a="http://schemas.openxmlformats.org/drawingml/2006/main">
            <a:r>
              <a:t/>
            </a:r>
          </a:p>
          <a:p xmlns:a="http://schemas.openxmlformats.org/drawingml/2006/main">
            <a:r>
              <a:t>CONTRÔLE STATISTIQUE — Dans l’analyse plus stricte exigeant des données IceTag le jour même, 38 scans sur 127 ont une notification proche, soit 29,9 %. Compte tenu de la fréquence des notifications chez les mêmes vaches, le taux attendu est déjà de 27,8 %. La différence est de 2,1 points et n’est pas concluante, avec p = 0,324 pour le test unilatéral exploratoire.</a:t>
            </a:r>
          </a:p>
          <a:p xmlns:a="http://schemas.openxmlformats.org/drawingml/2006/main">
            <a:r>
              <a:t/>
            </a:r>
          </a:p>
          <a:p xmlns:a="http://schemas.openxmlformats.org/drawingml/2006/main">
            <a:r>
              <a:t>INTERPRÉTATION — Le résultat documente un chevauchement temporel, mais il ne démontre pas que les scans avec notification sont enrichis au-delà du niveau attendu. Les scans décrivent des comportements observés et ne constituent pas une vérité-terrain clinique de boiterie. Ne pas présenter ces taux comme une sensibilité, une spécificité ou une précision.</a:t>
            </a:r>
          </a:p>
          <a:p xmlns:a="http://schemas.openxmlformats.org/drawingml/2006/main">
            <a:r>
              <a:t/>
            </a:r>
          </a:p>
          <a:p xmlns:a="http://schemas.openxmlformats.org/drawingml/2006/main">
            <a:r>
              <a:t>FORMULATION ORALE — « L’appariement technique est réussi. En revanche, la proportion de scans proches d’une notification reste compatible avec la fréquence de base des notifications. Cette analyse est donc un contrôle de cohérence temporelle, pas une validation clinique. »</a:t>
            </a:r>
          </a:p>
          <a:p xmlns:a="http://schemas.openxmlformats.org/drawingml/2006/main">
            <a:r>
              <a:t/>
            </a:r>
          </a:p>
          <a:p xmlns:a="http://schemas.openxmlformats.org/drawingml/2006/main">
            <a:r>
              <a:t>[Sources]</a:t>
            </a:r>
          </a:p>
          <a:p xmlns:a="http://schemas.openxmlformats.org/drawingml/2006/main">
            <a:r>
              <a:t>- /Users/alioubarry/PROJECT/mcgill_iot_cattle/Données completes/Scan_Tot_newVersion_SMN.xlsx</a:t>
            </a:r>
          </a:p>
          <a:p xmlns:a="http://schemas.openxmlformats.org/drawingml/2006/main">
            <a:r>
              <a:t>- /Users/alioubarry/PROJECT/mcgill_iot_cattle/scripts/recompute_scan_alert_alignment_coverage.py</a:t>
            </a:r>
          </a:p>
          <a:p xmlns:a="http://schemas.openxmlformats.org/drawingml/2006/main">
            <a:r>
              <a:t>- /Users/alioubarry/Desktop/Livrables_McGill_WellE/Objectif1_Pipeline_detection_boiterie/TABLEAUX_CSV/concordance_par_experience.csv</a:t>
            </a:r>
          </a:p>
          <a:p xmlns:a="http://schemas.openxmlformats.org/drawingml/2006/main">
            <a:r>
              <a:t>- /Users/alioubarry/Desktop/Livrables_McGill_WellE/Objectif1_Pipeline_detection_boiterie/TABLEAUX_CSV/concordance_controle_global.csv</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bed05fbff55747e7"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9109eb63b68c41eb"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203d5cbb16e049c1"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1eaf267e9a79452b"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2e2c90ef4e964e46"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0b9ce9a7ec914efe" /></Relationships>
</file>

<file path=ppt/slideLayouts/_rels/slideLayout7.xml.rels>&#65279;<?xml version="1.0" encoding="utf-8"?><Relationships xmlns="http://schemas.openxmlformats.org/package/2006/relationships"><Relationship Type="http://schemas.openxmlformats.org/officeDocument/2006/relationships/slideMaster" Target="/ppt/slideMasters/slideMaster1.xml" Id="R578375bca86145a1" /></Relationships>
</file>

<file path=ppt/slideLayouts/_rels/slideLayout8.xml.rels>&#65279;<?xml version="1.0" encoding="utf-8"?><Relationships xmlns="http://schemas.openxmlformats.org/package/2006/relationships"><Relationship Type="http://schemas.openxmlformats.org/officeDocument/2006/relationships/slideMaster" Target="/ppt/slideMasters/slideMaster1.xml" Id="Rc30c27ad9e054858" /></Relationships>
</file>

<file path=ppt/slideLayouts/_rels/slideLayout9.xml.rels>&#65279;<?xml version="1.0" encoding="utf-8"?><Relationships xmlns="http://schemas.openxmlformats.org/package/2006/relationships"><Relationship Type="http://schemas.openxmlformats.org/officeDocument/2006/relationships/slideMaster" Target="/ppt/slideMasters/slideMaster1.xml" Id="Rc7a2a085d3014964" /></Relationships>
</file>

<file path=ppt/slideLayouts/_rels/slideLayout10.xml.rels>&#65279;<?xml version="1.0" encoding="utf-8"?><Relationships xmlns="http://schemas.openxmlformats.org/package/2006/relationships"><Relationship Type="http://schemas.openxmlformats.org/officeDocument/2006/relationships/slideMaster" Target="/ppt/slideMasters/slideMaster1.xml" Id="R5799d89dba1a433c" /></Relationships>
</file>

<file path=ppt/slideLayouts/_rels/slideLayout11.xml.rels>&#65279;<?xml version="1.0" encoding="utf-8"?><Relationships xmlns="http://schemas.openxmlformats.org/package/2006/relationships"><Relationship Type="http://schemas.openxmlformats.org/officeDocument/2006/relationships/slideMaster" Target="/ppt/slideMasters/slideMaster1.xml" Id="Rcef730afc1964d59" /></Relationships>
</file>

<file path=ppt/slideLayouts/slideLayout1.xml><?xml version="1.0" encoding="utf-8"?>
<p:sldLayout xmlns:p="http://schemas.openxmlformats.org/presentationml/2006/main" type="title" preserve="1">
  <p:cSld name="Title Slide">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A306FCB9-8BD1-4F45-AA17-16519F3EB3E3}"/>
              </a:ext>
            </a:extLst>
          </p:cNvPr>
          <p:cNvSpPr>
            <a:spLocks xmlns:a="http://schemas.openxmlformats.org/drawingml/2006/main" noGrp="1"/>
          </p:cNvSpPr>
          <p:nvPr>
            <p:ph type="ctrTitle" idx="0"/>
          </p:nvPr>
        </p:nvSpPr>
        <p:spPr>
          <a:xfrm xmlns:a="http://schemas.openxmlformats.org/drawingml/2006/main">
            <a:off x="685800" y="2130425"/>
            <a:ext cx="7772400" cy="1470025"/>
          </a:xfrm>
        </p:spPr>
        <p:txBody>
          <a:bodyPr xmlns:a="http://schemas.openxmlformats.org/drawingml/2006/main"/>
          <a:lstStyle xmlns:a="http://schemas.openxmlformats.org/drawingml/2006/main"/>
          <a:p xmlns:a="http://schemas.openxmlformats.org/drawingml/2006/main">
            <a:r>
              <a:t>Click to edit Master title style</a:t>
            </a:r>
          </a:p>
        </p:txBody>
      </p:sp>
      <p:sp>
        <p:nvSpPr>
          <p:cNvPr id="3" name="Subtitle 2">
            <a:extLst xmlns:a="http://schemas.openxmlformats.org/drawingml/2006/main">
              <a:ext uri="{FF2B5EF4-FFF2-40B4-BE49-F238E27FC236}">
                <a16:creationId xmlns:a16="http://schemas.microsoft.com/office/drawing/2014/main" id="{E1009A52-20DD-4F81-8385-2D8294DB7E5C}"/>
              </a:ext>
            </a:extLst>
          </p:cNvPr>
          <p:cNvSpPr>
            <a:spLocks xmlns:a="http://schemas.openxmlformats.org/drawingml/2006/main" noGrp="1"/>
          </p:cNvSpPr>
          <p:nvPr>
            <p:ph type="subTitle" idx="1"/>
          </p:nvPr>
        </p:nvSpPr>
        <p:spPr>
          <a:xfrm xmlns:a="http://schemas.openxmlformats.org/drawingml/2006/main">
            <a:off x="1371600" y="3886200"/>
            <a:ext cx="6400800" cy="1752600"/>
          </a:xfrm>
        </p:spPr>
        <p:txBody>
          <a:bodyPr xmlns:a="http://schemas.openxmlformats.org/drawingml/2006/main"/>
          <a:lstStyle xmlns:a="http://schemas.openxmlformats.org/drawingml/2006/main">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xmlns:a="http://schemas.openxmlformats.org/drawingml/2006/main">
            <a:r>
              <a:t>Click to edit Master subtitle style</a:t>
            </a:r>
          </a:p>
        </p:txBody>
      </p:sp>
      <p:sp>
        <p:nvSpPr>
          <p:cNvPr id="4" name="Date Placeholder 3">
            <a:extLst xmlns:a="http://schemas.openxmlformats.org/drawingml/2006/main">
              <a:ext uri="{FF2B5EF4-FFF2-40B4-BE49-F238E27FC236}">
                <a16:creationId xmlns:a16="http://schemas.microsoft.com/office/drawing/2014/main" id="{D91D87DD-799F-4F2F-AB6A-C455060F7679}"/>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p>
        </p:txBody>
      </p:sp>
      <p:sp>
        <p:nvSpPr>
          <p:cNvPr id="5" name="Footer Placeholder 4">
            <a:extLst xmlns:a="http://schemas.openxmlformats.org/drawingml/2006/main">
              <a:ext uri="{FF2B5EF4-FFF2-40B4-BE49-F238E27FC236}">
                <a16:creationId xmlns:a16="http://schemas.microsoft.com/office/drawing/2014/main" id="{8F68BED0-D72E-40AE-8AE3-1A97D2A9677F}"/>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p:txBody>
      </p:sp>
      <p:sp>
        <p:nvSpPr>
          <p:cNvPr id="6" name="Slide Number Placeholder 5">
            <a:extLst xmlns:a="http://schemas.openxmlformats.org/drawingml/2006/main">
              <a:ext uri="{FF2B5EF4-FFF2-40B4-BE49-F238E27FC236}">
                <a16:creationId xmlns:a16="http://schemas.microsoft.com/office/drawing/2014/main" id="{07BDD881-5599-4774-B0E9-4BBCF33DBC98}"/>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p>
        </p:txBody>
      </p:sp>
    </p:spTree>
  </p:cSld>
</p:sldLayout>
</file>

<file path=ppt/slideLayouts/slideLayout2.xml><?xml version="1.0" encoding="utf-8"?>
<p:sldLayout xmlns:p="http://schemas.openxmlformats.org/presentationml/2006/main" type="obj" preserve="1">
  <p:cSld name="Title and Content">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AF1C64B1-B407-4A01-9DE0-34272434BBA1}"/>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r>
              <a:t>Click to edit Master title style</a:t>
            </a:r>
          </a:p>
        </p:txBody>
      </p:sp>
      <p:sp>
        <p:nvSpPr>
          <p:cNvPr id="3" name="Content Placeholder 2">
            <a:extLst xmlns:a="http://schemas.openxmlformats.org/drawingml/2006/main">
              <a:ext uri="{FF2B5EF4-FFF2-40B4-BE49-F238E27FC236}">
                <a16:creationId xmlns:a16="http://schemas.microsoft.com/office/drawing/2014/main" id="{D29EA792-B2C3-4E1E-BBF8-6663CB3FF934}"/>
              </a:ext>
            </a:extLst>
          </p:cNvPr>
          <p:cNvSpPr>
            <a:spLocks xmlns:a="http://schemas.openxmlformats.org/drawingml/2006/main" noGrp="1"/>
          </p:cNvSpPr>
          <p:nvPr>
            <p:ph idx="1"/>
          </p:nvPr>
        </p:nvSpPr>
        <p:spPr/>
        <p:txBody>
          <a:bodyPr xmlns:a="http://schemas.openxmlformats.org/drawingml/2006/main"/>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4" name="Date Placeholder 3">
            <a:extLst xmlns:a="http://schemas.openxmlformats.org/drawingml/2006/main">
              <a:ext uri="{FF2B5EF4-FFF2-40B4-BE49-F238E27FC236}">
                <a16:creationId xmlns:a16="http://schemas.microsoft.com/office/drawing/2014/main" id="{B37C644A-989D-4A69-B598-72113A445346}"/>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p>
        </p:txBody>
      </p:sp>
      <p:sp>
        <p:nvSpPr>
          <p:cNvPr id="5" name="Footer Placeholder 4">
            <a:extLst xmlns:a="http://schemas.openxmlformats.org/drawingml/2006/main">
              <a:ext uri="{FF2B5EF4-FFF2-40B4-BE49-F238E27FC236}">
                <a16:creationId xmlns:a16="http://schemas.microsoft.com/office/drawing/2014/main" id="{A51DA66B-9D3D-487D-ABF6-FA3C31696D4D}"/>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p:txBody>
      </p:sp>
      <p:sp>
        <p:nvSpPr>
          <p:cNvPr id="6" name="Slide Number Placeholder 5">
            <a:extLst xmlns:a="http://schemas.openxmlformats.org/drawingml/2006/main">
              <a:ext uri="{FF2B5EF4-FFF2-40B4-BE49-F238E27FC236}">
                <a16:creationId xmlns:a16="http://schemas.microsoft.com/office/drawing/2014/main" id="{CF417003-CABD-40CB-93B7-1888D743487D}"/>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p>
        </p:txBody>
      </p:sp>
    </p:spTree>
  </p:cSld>
</p:sldLayout>
</file>

<file path=ppt/slideLayouts/slideLayout3.xml><?xml version="1.0" encoding="utf-8"?>
<p:sldLayout xmlns:p="http://schemas.openxmlformats.org/presentationml/2006/main" type="secHead" preserve="1">
  <p:cSld name="Section Header">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831FD822-F7E3-4E49-A26A-E7B3EDD89E49}"/>
              </a:ext>
            </a:extLst>
          </p:cNvPr>
          <p:cNvSpPr>
            <a:spLocks xmlns:a="http://schemas.openxmlformats.org/drawingml/2006/main" noGrp="1"/>
          </p:cNvSpPr>
          <p:nvPr>
            <p:ph type="title" idx="0"/>
          </p:nvPr>
        </p:nvSpPr>
        <p:spPr>
          <a:xfrm xmlns:a="http://schemas.openxmlformats.org/drawingml/2006/main">
            <a:off x="722313" y="4406900"/>
            <a:ext cx="7772400" cy="1362075"/>
          </a:xfrm>
        </p:spPr>
        <p:txBody>
          <a:bodyPr xmlns:a="http://schemas.openxmlformats.org/drawingml/2006/main" anchor="t"/>
          <a:lstStyle xmlns:a="http://schemas.openxmlformats.org/drawingml/2006/main">
            <a:lvl1pPr algn="l">
              <a:buNone/>
              <a:defRPr sz="4000" b="1" cap="all"/>
            </a:lvl1pPr>
          </a:lstStyle>
          <a:p xmlns:a="http://schemas.openxmlformats.org/drawingml/2006/main">
            <a:r>
              <a:t>Click to edit Master title style</a:t>
            </a:r>
          </a:p>
        </p:txBody>
      </p:sp>
      <p:sp>
        <p:nvSpPr>
          <p:cNvPr id="3" name="Text Placeholder 2">
            <a:extLst xmlns:a="http://schemas.openxmlformats.org/drawingml/2006/main">
              <a:ext uri="{FF2B5EF4-FFF2-40B4-BE49-F238E27FC236}">
                <a16:creationId xmlns:a16="http://schemas.microsoft.com/office/drawing/2014/main" id="{C7221F33-DCC1-4AC7-9EB0-9A1396B61FBF}"/>
              </a:ext>
            </a:extLst>
          </p:cNvPr>
          <p:cNvSpPr>
            <a:spLocks xmlns:a="http://schemas.openxmlformats.org/drawingml/2006/main" noGrp="1"/>
          </p:cNvSpPr>
          <p:nvPr>
            <p:ph type="body" idx="1"/>
          </p:nvPr>
        </p:nvSpPr>
        <p:spPr>
          <a:xfrm xmlns:a="http://schemas.openxmlformats.org/drawingml/2006/main">
            <a:off x="722313" y="2906713"/>
            <a:ext cx="7772400" cy="1500187"/>
          </a:xfrm>
        </p:spPr>
        <p:txBody>
          <a:bodyPr xmlns:a="http://schemas.openxmlformats.org/drawingml/2006/main" anchor="b"/>
          <a:lstStyle xmlns:a="http://schemas.openxmlformats.org/drawingml/2006/main">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xmlns:a="http://schemas.openxmlformats.org/drawingml/2006/main">
            <a:pPr lvl="0">
              <a:buNone/>
            </a:pPr>
            <a:r>
              <a:t>Click to edit Master text styles</a:t>
            </a:r>
          </a:p>
        </p:txBody>
      </p:sp>
      <p:sp>
        <p:nvSpPr>
          <p:cNvPr id="4" name="Date Placeholder 3">
            <a:extLst xmlns:a="http://schemas.openxmlformats.org/drawingml/2006/main">
              <a:ext uri="{FF2B5EF4-FFF2-40B4-BE49-F238E27FC236}">
                <a16:creationId xmlns:a16="http://schemas.microsoft.com/office/drawing/2014/main" id="{E2D02A2E-3AFE-4162-B97A-A420CE05DC9C}"/>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p>
        </p:txBody>
      </p:sp>
      <p:sp>
        <p:nvSpPr>
          <p:cNvPr id="5" name="Footer Placeholder 4">
            <a:extLst xmlns:a="http://schemas.openxmlformats.org/drawingml/2006/main">
              <a:ext uri="{FF2B5EF4-FFF2-40B4-BE49-F238E27FC236}">
                <a16:creationId xmlns:a16="http://schemas.microsoft.com/office/drawing/2014/main" id="{646A3CB4-0A9F-4CBC-828D-0DB35B74D0E8}"/>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p:txBody>
      </p:sp>
      <p:sp>
        <p:nvSpPr>
          <p:cNvPr id="6" name="Slide Number Placeholder 5">
            <a:extLst xmlns:a="http://schemas.openxmlformats.org/drawingml/2006/main">
              <a:ext uri="{FF2B5EF4-FFF2-40B4-BE49-F238E27FC236}">
                <a16:creationId xmlns:a16="http://schemas.microsoft.com/office/drawing/2014/main" id="{587BB658-1E0A-47D4-9FEE-D9BD3675209C}"/>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p>
        </p:txBody>
      </p:sp>
    </p:spTree>
  </p:cSld>
</p:sldLayout>
</file>

<file path=ppt/slideLayouts/slideLayout4.xml><?xml version="1.0" encoding="utf-8"?>
<p:sldLayout xmlns:p="http://schemas.openxmlformats.org/presentationml/2006/main" type="twoObj" preserve="1">
  <p:cSld name="Two Content">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D2CDC4B4-4B2E-4877-9B85-00DCD47E49BF}"/>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r>
              <a:t>Click to edit Master title style</a:t>
            </a:r>
          </a:p>
        </p:txBody>
      </p:sp>
      <p:sp>
        <p:nvSpPr>
          <p:cNvPr id="3" name="Content Placeholder 2">
            <a:extLst xmlns:a="http://schemas.openxmlformats.org/drawingml/2006/main">
              <a:ext uri="{FF2B5EF4-FFF2-40B4-BE49-F238E27FC236}">
                <a16:creationId xmlns:a16="http://schemas.microsoft.com/office/drawing/2014/main" id="{9E9CB007-AFD4-4A23-9846-C875EBE9095A}"/>
              </a:ext>
            </a:extLst>
          </p:cNvPr>
          <p:cNvSpPr>
            <a:spLocks xmlns:a="http://schemas.openxmlformats.org/drawingml/2006/main" noGrp="1"/>
          </p:cNvSpPr>
          <p:nvPr>
            <p:ph idx="1"/>
          </p:nvPr>
        </p:nvSpPr>
        <p:spPr>
          <a:xfrm xmlns:a="http://schemas.openxmlformats.org/drawingml/2006/main">
            <a:off x="457200" y="1600200"/>
            <a:ext cx="4038600" cy="4525963"/>
          </a:xfrm>
        </p:spPr>
        <p:txBody>
          <a:bodyPr xmlns:a="http://schemas.openxmlformats.org/drawingml/2006/main"/>
          <a:lstStyle xmlns:a="http://schemas.openxmlformats.org/drawingml/2006/main">
            <a:lvl1pPr>
              <a:buNone/>
              <a:defRPr sz="2800"/>
            </a:lvl1pPr>
            <a:lvl2pPr>
              <a:buNone/>
              <a:defRPr sz="2400"/>
            </a:lvl2pPr>
            <a:lvl3pPr>
              <a:buNone/>
              <a:defRPr sz="2000"/>
            </a:lvl3pPr>
            <a:lvl4pPr>
              <a:buNone/>
              <a:defRPr sz="1800"/>
            </a:lvl4pPr>
            <a:lvl5pPr>
              <a:buNone/>
              <a:defRPr sz="1800"/>
            </a:lvl5pPr>
            <a:lvl6pPr>
              <a:buNone/>
              <a:defRPr sz="1800"/>
            </a:lvl6pPr>
            <a:lvl7pPr>
              <a:buNone/>
              <a:defRPr sz="1800"/>
            </a:lvl7pPr>
            <a:lvl8pPr>
              <a:buNone/>
              <a:defRPr sz="1800"/>
            </a:lvl8pPr>
            <a:lvl9pPr>
              <a:buNone/>
              <a:defRPr sz="1800"/>
            </a:lvl9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4" name="Content Placeholder 3">
            <a:extLst xmlns:a="http://schemas.openxmlformats.org/drawingml/2006/main">
              <a:ext uri="{FF2B5EF4-FFF2-40B4-BE49-F238E27FC236}">
                <a16:creationId xmlns:a16="http://schemas.microsoft.com/office/drawing/2014/main" id="{AF54DDBC-6B9E-4910-8DD0-40FD5C6EC5F9}"/>
              </a:ext>
            </a:extLst>
          </p:cNvPr>
          <p:cNvSpPr>
            <a:spLocks xmlns:a="http://schemas.openxmlformats.org/drawingml/2006/main" noGrp="1"/>
          </p:cNvSpPr>
          <p:nvPr>
            <p:ph idx="2"/>
          </p:nvPr>
        </p:nvSpPr>
        <p:spPr>
          <a:xfrm xmlns:a="http://schemas.openxmlformats.org/drawingml/2006/main">
            <a:off x="4648200" y="1600200"/>
            <a:ext cx="4038600" cy="4525963"/>
          </a:xfrm>
        </p:spPr>
        <p:txBody>
          <a:bodyPr xmlns:a="http://schemas.openxmlformats.org/drawingml/2006/main"/>
          <a:lstStyle xmlns:a="http://schemas.openxmlformats.org/drawingml/2006/main">
            <a:lvl1pPr>
              <a:buNone/>
              <a:defRPr sz="2800"/>
            </a:lvl1pPr>
            <a:lvl2pPr>
              <a:buNone/>
              <a:defRPr sz="2400"/>
            </a:lvl2pPr>
            <a:lvl3pPr>
              <a:buNone/>
              <a:defRPr sz="2000"/>
            </a:lvl3pPr>
            <a:lvl4pPr>
              <a:buNone/>
              <a:defRPr sz="1800"/>
            </a:lvl4pPr>
            <a:lvl5pPr>
              <a:buNone/>
              <a:defRPr sz="1800"/>
            </a:lvl5pPr>
            <a:lvl6pPr>
              <a:buNone/>
              <a:defRPr sz="1800"/>
            </a:lvl6pPr>
            <a:lvl7pPr>
              <a:buNone/>
              <a:defRPr sz="1800"/>
            </a:lvl7pPr>
            <a:lvl8pPr>
              <a:buNone/>
              <a:defRPr sz="1800"/>
            </a:lvl8pPr>
            <a:lvl9pPr>
              <a:buNone/>
              <a:defRPr sz="1800"/>
            </a:lvl9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5" name="Date Placeholder 4">
            <a:extLst xmlns:a="http://schemas.openxmlformats.org/drawingml/2006/main">
              <a:ext uri="{FF2B5EF4-FFF2-40B4-BE49-F238E27FC236}">
                <a16:creationId xmlns:a16="http://schemas.microsoft.com/office/drawing/2014/main" id="{84BCACA0-9C53-4E31-A915-F2267551A5FE}"/>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p>
        </p:txBody>
      </p:sp>
      <p:sp>
        <p:nvSpPr>
          <p:cNvPr id="6" name="Footer Placeholder 5">
            <a:extLst xmlns:a="http://schemas.openxmlformats.org/drawingml/2006/main">
              <a:ext uri="{FF2B5EF4-FFF2-40B4-BE49-F238E27FC236}">
                <a16:creationId xmlns:a16="http://schemas.microsoft.com/office/drawing/2014/main" id="{5B77176C-B84E-4459-82D1-A5ECAFF688C0}"/>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p:txBody>
      </p:sp>
      <p:sp>
        <p:nvSpPr>
          <p:cNvPr id="7" name="Slide Number Placeholder 6">
            <a:extLst xmlns:a="http://schemas.openxmlformats.org/drawingml/2006/main">
              <a:ext uri="{FF2B5EF4-FFF2-40B4-BE49-F238E27FC236}">
                <a16:creationId xmlns:a16="http://schemas.microsoft.com/office/drawing/2014/main" id="{622470D2-5892-475B-832A-09D0C2482E11}"/>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p>
        </p:txBody>
      </p:sp>
    </p:spTree>
  </p:cSld>
</p:sldLayout>
</file>

<file path=ppt/slideLayouts/slideLayout5.xml><?xml version="1.0" encoding="utf-8"?>
<p:sldLayout xmlns:p="http://schemas.openxmlformats.org/presentationml/2006/main" type="twoTxTwoObj" preserve="1">
  <p:cSld name="Comparison">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5E61366F-531C-4A50-B96E-BC0E19C8A29A}"/>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lvl1pPr>
              <a:buNone/>
              <a:defRPr/>
            </a:lvl1pPr>
          </a:lstStyle>
          <a:p xmlns:a="http://schemas.openxmlformats.org/drawingml/2006/main">
            <a:r>
              <a:t>Click to edit Master title style</a:t>
            </a:r>
          </a:p>
        </p:txBody>
      </p:sp>
      <p:sp>
        <p:nvSpPr>
          <p:cNvPr id="3" name="Text Placeholder 2">
            <a:extLst xmlns:a="http://schemas.openxmlformats.org/drawingml/2006/main">
              <a:ext uri="{FF2B5EF4-FFF2-40B4-BE49-F238E27FC236}">
                <a16:creationId xmlns:a16="http://schemas.microsoft.com/office/drawing/2014/main" id="{DEA75EAF-B8A1-4F0C-A79F-9498604C70A0}"/>
              </a:ext>
            </a:extLst>
          </p:cNvPr>
          <p:cNvSpPr>
            <a:spLocks xmlns:a="http://schemas.openxmlformats.org/drawingml/2006/main" noGrp="1"/>
          </p:cNvSpPr>
          <p:nvPr>
            <p:ph type="body" idx="1"/>
          </p:nvPr>
        </p:nvSpPr>
        <p:spPr>
          <a:xfrm xmlns:a="http://schemas.openxmlformats.org/drawingml/2006/main">
            <a:off x="457200" y="1535113"/>
            <a:ext cx="4040188" cy="639762"/>
          </a:xfrm>
        </p:spPr>
        <p:txBody>
          <a:bodyPr xmlns:a="http://schemas.openxmlformats.org/drawingml/2006/main" anchor="b"/>
          <a:lstStyle xmlns:a="http://schemas.openxmlformats.org/drawingml/2006/main">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xmlns:a="http://schemas.openxmlformats.org/drawingml/2006/main">
            <a:pPr lvl="0">
              <a:buNone/>
            </a:pPr>
            <a:r>
              <a:t>Click to edit Master text styles</a:t>
            </a:r>
          </a:p>
        </p:txBody>
      </p:sp>
      <p:sp>
        <p:nvSpPr>
          <p:cNvPr id="4" name="Content Placeholder 3">
            <a:extLst xmlns:a="http://schemas.openxmlformats.org/drawingml/2006/main">
              <a:ext uri="{FF2B5EF4-FFF2-40B4-BE49-F238E27FC236}">
                <a16:creationId xmlns:a16="http://schemas.microsoft.com/office/drawing/2014/main" id="{8AE83EA5-1F0D-4ECE-B278-993176BA09F1}"/>
              </a:ext>
            </a:extLst>
          </p:cNvPr>
          <p:cNvSpPr>
            <a:spLocks xmlns:a="http://schemas.openxmlformats.org/drawingml/2006/main" noGrp="1"/>
          </p:cNvSpPr>
          <p:nvPr>
            <p:ph idx="2"/>
          </p:nvPr>
        </p:nvSpPr>
        <p:spPr>
          <a:xfrm xmlns:a="http://schemas.openxmlformats.org/drawingml/2006/main">
            <a:off x="457200" y="2174875"/>
            <a:ext cx="4040188" cy="3951288"/>
          </a:xfrm>
        </p:spPr>
        <p:txBody>
          <a:bodyPr xmlns:a="http://schemas.openxmlformats.org/drawingml/2006/main"/>
          <a:lstStyle xmlns:a="http://schemas.openxmlformats.org/drawingml/2006/main">
            <a:lvl1pPr>
              <a:buNone/>
              <a:defRPr sz="2400"/>
            </a:lvl1pPr>
            <a:lvl2pPr>
              <a:buNone/>
              <a:defRPr sz="2000"/>
            </a:lvl2pPr>
            <a:lvl3pPr>
              <a:buNone/>
              <a:defRPr sz="1800"/>
            </a:lvl3pPr>
            <a:lvl4pPr>
              <a:buNone/>
              <a:defRPr sz="1600"/>
            </a:lvl4pPr>
            <a:lvl5pPr>
              <a:buNone/>
              <a:defRPr sz="1600"/>
            </a:lvl5pPr>
            <a:lvl6pPr>
              <a:buNone/>
              <a:defRPr sz="1600"/>
            </a:lvl6pPr>
            <a:lvl7pPr>
              <a:buNone/>
              <a:defRPr sz="1600"/>
            </a:lvl7pPr>
            <a:lvl8pPr>
              <a:buNone/>
              <a:defRPr sz="1600"/>
            </a:lvl8pPr>
            <a:lvl9pPr>
              <a:buNone/>
              <a:defRPr sz="1600"/>
            </a:lvl9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5" name="Text Placeholder 4">
            <a:extLst xmlns:a="http://schemas.openxmlformats.org/drawingml/2006/main">
              <a:ext uri="{FF2B5EF4-FFF2-40B4-BE49-F238E27FC236}">
                <a16:creationId xmlns:a16="http://schemas.microsoft.com/office/drawing/2014/main" id="{FD63617D-7905-4A2D-8DE7-38A9A83DCD92}"/>
              </a:ext>
            </a:extLst>
          </p:cNvPr>
          <p:cNvSpPr>
            <a:spLocks xmlns:a="http://schemas.openxmlformats.org/drawingml/2006/main" noGrp="1"/>
          </p:cNvSpPr>
          <p:nvPr>
            <p:ph type="body" idx="3"/>
          </p:nvPr>
        </p:nvSpPr>
        <p:spPr>
          <a:xfrm xmlns:a="http://schemas.openxmlformats.org/drawingml/2006/main">
            <a:off x="4645025" y="1535113"/>
            <a:ext cx="4041775" cy="639762"/>
          </a:xfrm>
        </p:spPr>
        <p:txBody>
          <a:bodyPr xmlns:a="http://schemas.openxmlformats.org/drawingml/2006/main" anchor="b"/>
          <a:lstStyle xmlns:a="http://schemas.openxmlformats.org/drawingml/2006/main">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xmlns:a="http://schemas.openxmlformats.org/drawingml/2006/main">
            <a:pPr lvl="0">
              <a:buNone/>
            </a:pPr>
            <a:r>
              <a:t>Click to edit Master text styles</a:t>
            </a:r>
          </a:p>
        </p:txBody>
      </p:sp>
      <p:sp>
        <p:nvSpPr>
          <p:cNvPr id="6" name="Content Placeholder 5">
            <a:extLst xmlns:a="http://schemas.openxmlformats.org/drawingml/2006/main">
              <a:ext uri="{FF2B5EF4-FFF2-40B4-BE49-F238E27FC236}">
                <a16:creationId xmlns:a16="http://schemas.microsoft.com/office/drawing/2014/main" id="{3266C4F9-D757-4DBD-AF08-9831864D8AEA}"/>
              </a:ext>
            </a:extLst>
          </p:cNvPr>
          <p:cNvSpPr>
            <a:spLocks xmlns:a="http://schemas.openxmlformats.org/drawingml/2006/main" noGrp="1"/>
          </p:cNvSpPr>
          <p:nvPr>
            <p:ph idx="4"/>
          </p:nvPr>
        </p:nvSpPr>
        <p:spPr>
          <a:xfrm xmlns:a="http://schemas.openxmlformats.org/drawingml/2006/main">
            <a:off x="4645025" y="2174875"/>
            <a:ext cx="4041775" cy="3951288"/>
          </a:xfrm>
        </p:spPr>
        <p:txBody>
          <a:bodyPr xmlns:a="http://schemas.openxmlformats.org/drawingml/2006/main"/>
          <a:lstStyle xmlns:a="http://schemas.openxmlformats.org/drawingml/2006/main">
            <a:lvl1pPr>
              <a:buNone/>
              <a:defRPr sz="2400"/>
            </a:lvl1pPr>
            <a:lvl2pPr>
              <a:buNone/>
              <a:defRPr sz="2000"/>
            </a:lvl2pPr>
            <a:lvl3pPr>
              <a:buNone/>
              <a:defRPr sz="1800"/>
            </a:lvl3pPr>
            <a:lvl4pPr>
              <a:buNone/>
              <a:defRPr sz="1600"/>
            </a:lvl4pPr>
            <a:lvl5pPr>
              <a:buNone/>
              <a:defRPr sz="1600"/>
            </a:lvl5pPr>
            <a:lvl6pPr>
              <a:buNone/>
              <a:defRPr sz="1600"/>
            </a:lvl6pPr>
            <a:lvl7pPr>
              <a:buNone/>
              <a:defRPr sz="1600"/>
            </a:lvl7pPr>
            <a:lvl8pPr>
              <a:buNone/>
              <a:defRPr sz="1600"/>
            </a:lvl8pPr>
            <a:lvl9pPr>
              <a:buNone/>
              <a:defRPr sz="1600"/>
            </a:lvl9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7" name="Date Placeholder 6">
            <a:extLst xmlns:a="http://schemas.openxmlformats.org/drawingml/2006/main">
              <a:ext uri="{FF2B5EF4-FFF2-40B4-BE49-F238E27FC236}">
                <a16:creationId xmlns:a16="http://schemas.microsoft.com/office/drawing/2014/main" id="{E5930F57-2F9E-4901-908C-16B191A15B30}"/>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p>
        </p:txBody>
      </p:sp>
      <p:sp>
        <p:nvSpPr>
          <p:cNvPr id="8" name="Footer Placeholder 7">
            <a:extLst xmlns:a="http://schemas.openxmlformats.org/drawingml/2006/main">
              <a:ext uri="{FF2B5EF4-FFF2-40B4-BE49-F238E27FC236}">
                <a16:creationId xmlns:a16="http://schemas.microsoft.com/office/drawing/2014/main" id="{AC8168E0-B2A5-456C-BECC-E730F5960511}"/>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p:txBody>
      </p:sp>
      <p:sp>
        <p:nvSpPr>
          <p:cNvPr id="9" name="Slide Number Placeholder 8">
            <a:extLst xmlns:a="http://schemas.openxmlformats.org/drawingml/2006/main">
              <a:ext uri="{FF2B5EF4-FFF2-40B4-BE49-F238E27FC236}">
                <a16:creationId xmlns:a16="http://schemas.microsoft.com/office/drawing/2014/main" id="{59589C79-815B-4CED-8F12-2B53557A8645}"/>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p>
        </p:txBody>
      </p:sp>
    </p:spTree>
  </p:cSld>
</p:sldLayout>
</file>

<file path=ppt/slideLayouts/slideLayout6.xml><?xml version="1.0" encoding="utf-8"?>
<p:sldLayout xmlns:p="http://schemas.openxmlformats.org/presentationml/2006/main" type="titleOnly" preserve="1">
  <p:cSld name="Title Only">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44BA8F76-2E08-4F44-A0EB-EFC84130CD4D}"/>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r>
              <a:t>Click to edit Master title style</a:t>
            </a:r>
          </a:p>
        </p:txBody>
      </p:sp>
      <p:sp>
        <p:nvSpPr>
          <p:cNvPr id="3" name="Date Placeholder 2">
            <a:extLst xmlns:a="http://schemas.openxmlformats.org/drawingml/2006/main">
              <a:ext uri="{FF2B5EF4-FFF2-40B4-BE49-F238E27FC236}">
                <a16:creationId xmlns:a16="http://schemas.microsoft.com/office/drawing/2014/main" id="{7634957F-5788-454F-A235-52E5E94BC665}"/>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p>
        </p:txBody>
      </p:sp>
      <p:sp>
        <p:nvSpPr>
          <p:cNvPr id="4" name="Footer Placeholder 3">
            <a:extLst xmlns:a="http://schemas.openxmlformats.org/drawingml/2006/main">
              <a:ext uri="{FF2B5EF4-FFF2-40B4-BE49-F238E27FC236}">
                <a16:creationId xmlns:a16="http://schemas.microsoft.com/office/drawing/2014/main" id="{B4AAF7B4-96AB-491B-B12D-5A413477E985}"/>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p:txBody>
      </p:sp>
      <p:sp>
        <p:nvSpPr>
          <p:cNvPr id="5" name="Slide Number Placeholder 4">
            <a:extLst xmlns:a="http://schemas.openxmlformats.org/drawingml/2006/main">
              <a:ext uri="{FF2B5EF4-FFF2-40B4-BE49-F238E27FC236}">
                <a16:creationId xmlns:a16="http://schemas.microsoft.com/office/drawing/2014/main" id="{A99BFD27-646E-4C9C-898A-E1149268A6A7}"/>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p>
        </p:txBody>
      </p:sp>
    </p:spTree>
  </p:cSld>
</p:sldLayout>
</file>

<file path=ppt/slideLayouts/slideLayout7.xml><?xml version="1.0" encoding="utf-8"?>
<p:sldLayout xmlns:p="http://schemas.openxmlformats.org/presentationml/2006/main" type="blank" preserve="1">
  <p:cSld name="Blank">
    <p:spTree>
      <p:nvGrpSpPr>
        <p:cNvPr id="1" name=""/>
        <p:cNvGrpSpPr/>
        <p:nvPr/>
      </p:nvGrpSpPr>
      <p:grpSpPr>
        <a:xfrm xmlns:a="http://schemas.openxmlformats.org/drawingml/2006/main"/>
      </p:grpSpPr>
      <p:sp>
        <p:nvSpPr>
          <p:cNvPr id="2" name="Date Placeholder 1">
            <a:extLst xmlns:a="http://schemas.openxmlformats.org/drawingml/2006/main">
              <a:ext uri="{FF2B5EF4-FFF2-40B4-BE49-F238E27FC236}">
                <a16:creationId xmlns:a16="http://schemas.microsoft.com/office/drawing/2014/main" id="{326ACF80-AC16-485A-8143-5EF0AA14E6D2}"/>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p>
        </p:txBody>
      </p:sp>
      <p:sp>
        <p:nvSpPr>
          <p:cNvPr id="3" name="Footer Placeholder 2">
            <a:extLst xmlns:a="http://schemas.openxmlformats.org/drawingml/2006/main">
              <a:ext uri="{FF2B5EF4-FFF2-40B4-BE49-F238E27FC236}">
                <a16:creationId xmlns:a16="http://schemas.microsoft.com/office/drawing/2014/main" id="{F5C12BF8-43D9-4B87-979D-31ECE7B4D878}"/>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p:txBody>
      </p:sp>
      <p:sp>
        <p:nvSpPr>
          <p:cNvPr id="4" name="Slide Number Placeholder 3">
            <a:extLst xmlns:a="http://schemas.openxmlformats.org/drawingml/2006/main">
              <a:ext uri="{FF2B5EF4-FFF2-40B4-BE49-F238E27FC236}">
                <a16:creationId xmlns:a16="http://schemas.microsoft.com/office/drawing/2014/main" id="{7F818FC6-243C-4E06-91FF-455DD0E1934B}"/>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p>
        </p:txBody>
      </p:sp>
    </p:spTree>
  </p:cSld>
</p:sldLayout>
</file>

<file path=ppt/slideLayouts/slideLayout8.xml><?xml version="1.0" encoding="utf-8"?>
<p:sldLayout xmlns:p="http://schemas.openxmlformats.org/presentationml/2006/main" type="objTx" preserve="1">
  <p:cSld name="Content with Caption">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65183F3C-F180-4DDE-8EAE-285D8D3AD2B6}"/>
              </a:ext>
            </a:extLst>
          </p:cNvPr>
          <p:cNvSpPr>
            <a:spLocks xmlns:a="http://schemas.openxmlformats.org/drawingml/2006/main" noGrp="1"/>
          </p:cNvSpPr>
          <p:nvPr>
            <p:ph type="title" idx="0"/>
          </p:nvPr>
        </p:nvSpPr>
        <p:spPr>
          <a:xfrm xmlns:a="http://schemas.openxmlformats.org/drawingml/2006/main">
            <a:off x="457200" y="273050"/>
            <a:ext cx="3008313" cy="1162050"/>
          </a:xfrm>
        </p:spPr>
        <p:txBody>
          <a:bodyPr xmlns:a="http://schemas.openxmlformats.org/drawingml/2006/main" anchor="b"/>
          <a:lstStyle xmlns:a="http://schemas.openxmlformats.org/drawingml/2006/main">
            <a:lvl1pPr algn="l">
              <a:buNone/>
              <a:defRPr sz="2000" b="1"/>
            </a:lvl1pPr>
          </a:lstStyle>
          <a:p xmlns:a="http://schemas.openxmlformats.org/drawingml/2006/main">
            <a:r>
              <a:t>Click to edit Master title style</a:t>
            </a:r>
          </a:p>
        </p:txBody>
      </p:sp>
      <p:sp>
        <p:nvSpPr>
          <p:cNvPr id="3" name="Content Placeholder 2">
            <a:extLst xmlns:a="http://schemas.openxmlformats.org/drawingml/2006/main">
              <a:ext uri="{FF2B5EF4-FFF2-40B4-BE49-F238E27FC236}">
                <a16:creationId xmlns:a16="http://schemas.microsoft.com/office/drawing/2014/main" id="{4047814B-54AC-4FB5-B821-9FFA9A2C0FAD}"/>
              </a:ext>
            </a:extLst>
          </p:cNvPr>
          <p:cNvSpPr>
            <a:spLocks xmlns:a="http://schemas.openxmlformats.org/drawingml/2006/main" noGrp="1"/>
          </p:cNvSpPr>
          <p:nvPr>
            <p:ph idx="1"/>
          </p:nvPr>
        </p:nvSpPr>
        <p:spPr>
          <a:xfrm xmlns:a="http://schemas.openxmlformats.org/drawingml/2006/main">
            <a:off x="3575050" y="273050"/>
            <a:ext cx="5111750" cy="5853113"/>
          </a:xfrm>
        </p:spPr>
        <p:txBody>
          <a:bodyPr xmlns:a="http://schemas.openxmlformats.org/drawingml/2006/main"/>
          <a:lstStyle xmlns:a="http://schemas.openxmlformats.org/drawingml/2006/main">
            <a:lvl1pPr>
              <a:buNone/>
              <a:defRPr sz="3200"/>
            </a:lvl1pPr>
            <a:lvl2pPr>
              <a:buNone/>
              <a:defRPr sz="2800"/>
            </a:lvl2pPr>
            <a:lvl3pPr>
              <a:buNone/>
              <a:defRPr sz="2400"/>
            </a:lvl3pPr>
            <a:lvl4pPr>
              <a:buNone/>
              <a:defRPr sz="2000"/>
            </a:lvl4pPr>
            <a:lvl5pPr>
              <a:buNone/>
              <a:defRPr sz="2000"/>
            </a:lvl5pPr>
            <a:lvl6pPr>
              <a:buNone/>
              <a:defRPr sz="2000"/>
            </a:lvl6pPr>
            <a:lvl7pPr>
              <a:buNone/>
              <a:defRPr sz="2000"/>
            </a:lvl7pPr>
            <a:lvl8pPr>
              <a:buNone/>
              <a:defRPr sz="2000"/>
            </a:lvl8pPr>
            <a:lvl9pPr>
              <a:buNone/>
              <a:defRPr sz="2000"/>
            </a:lvl9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4" name="Text Placeholder 3">
            <a:extLst xmlns:a="http://schemas.openxmlformats.org/drawingml/2006/main">
              <a:ext uri="{FF2B5EF4-FFF2-40B4-BE49-F238E27FC236}">
                <a16:creationId xmlns:a16="http://schemas.microsoft.com/office/drawing/2014/main" id="{C653F5FD-A866-42E2-B30E-208274AEF612}"/>
              </a:ext>
            </a:extLst>
          </p:cNvPr>
          <p:cNvSpPr>
            <a:spLocks xmlns:a="http://schemas.openxmlformats.org/drawingml/2006/main" noGrp="1"/>
          </p:cNvSpPr>
          <p:nvPr>
            <p:ph type="body" idx="2"/>
          </p:nvPr>
        </p:nvSpPr>
        <p:spPr>
          <a:xfrm xmlns:a="http://schemas.openxmlformats.org/drawingml/2006/main">
            <a:off x="457200" y="1435100"/>
            <a:ext cx="3008313" cy="4691063"/>
          </a:xfrm>
        </p:spPr>
        <p:txBody>
          <a:bodyPr xmlns:a="http://schemas.openxmlformats.org/drawingml/2006/main"/>
          <a:lstStyle xmlns:a="http://schemas.openxmlformats.org/drawingml/2006/main">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xmlns:a="http://schemas.openxmlformats.org/drawingml/2006/main">
            <a:pPr lvl="0">
              <a:buNone/>
            </a:pPr>
            <a:r>
              <a:t>Click to edit Master text styles</a:t>
            </a:r>
          </a:p>
        </p:txBody>
      </p:sp>
      <p:sp>
        <p:nvSpPr>
          <p:cNvPr id="5" name="Date Placeholder 4">
            <a:extLst xmlns:a="http://schemas.openxmlformats.org/drawingml/2006/main">
              <a:ext uri="{FF2B5EF4-FFF2-40B4-BE49-F238E27FC236}">
                <a16:creationId xmlns:a16="http://schemas.microsoft.com/office/drawing/2014/main" id="{69B71A5E-2F26-47CC-A040-37AAD1F04553}"/>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p>
        </p:txBody>
      </p:sp>
      <p:sp>
        <p:nvSpPr>
          <p:cNvPr id="6" name="Footer Placeholder 5">
            <a:extLst xmlns:a="http://schemas.openxmlformats.org/drawingml/2006/main">
              <a:ext uri="{FF2B5EF4-FFF2-40B4-BE49-F238E27FC236}">
                <a16:creationId xmlns:a16="http://schemas.microsoft.com/office/drawing/2014/main" id="{3838E2CA-24FB-4A43-BA37-26A168D9716C}"/>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p:txBody>
      </p:sp>
      <p:sp>
        <p:nvSpPr>
          <p:cNvPr id="7" name="Slide Number Placeholder 6">
            <a:extLst xmlns:a="http://schemas.openxmlformats.org/drawingml/2006/main">
              <a:ext uri="{FF2B5EF4-FFF2-40B4-BE49-F238E27FC236}">
                <a16:creationId xmlns:a16="http://schemas.microsoft.com/office/drawing/2014/main" id="{A9A17FE9-09C5-4A8D-A00A-9D83C8C87D91}"/>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p>
        </p:txBody>
      </p:sp>
    </p:spTree>
  </p:cSld>
</p:sldLayout>
</file>

<file path=ppt/slideLayouts/slideLayout9.xml><?xml version="1.0" encoding="utf-8"?>
<p:sldLayout xmlns:p="http://schemas.openxmlformats.org/presentationml/2006/main" type="picTx" preserve="1">
  <p:cSld name="Picture with Caption">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3AE79351-31EA-49EB-A612-E20DC0FC2723}"/>
              </a:ext>
            </a:extLst>
          </p:cNvPr>
          <p:cNvSpPr>
            <a:spLocks xmlns:a="http://schemas.openxmlformats.org/drawingml/2006/main" noGrp="1"/>
          </p:cNvSpPr>
          <p:nvPr>
            <p:ph type="title" idx="0"/>
          </p:nvPr>
        </p:nvSpPr>
        <p:spPr>
          <a:xfrm xmlns:a="http://schemas.openxmlformats.org/drawingml/2006/main">
            <a:off x="1792288" y="4800600"/>
            <a:ext cx="5486400" cy="566738"/>
          </a:xfrm>
        </p:spPr>
        <p:txBody>
          <a:bodyPr xmlns:a="http://schemas.openxmlformats.org/drawingml/2006/main" anchor="b"/>
          <a:lstStyle xmlns:a="http://schemas.openxmlformats.org/drawingml/2006/main">
            <a:lvl1pPr algn="l">
              <a:buNone/>
              <a:defRPr sz="2000" b="1"/>
            </a:lvl1pPr>
          </a:lstStyle>
          <a:p xmlns:a="http://schemas.openxmlformats.org/drawingml/2006/main">
            <a:r>
              <a:t>Click to edit Master title style</a:t>
            </a:r>
          </a:p>
        </p:txBody>
      </p:sp>
      <p:sp>
        <p:nvSpPr>
          <p:cNvPr id="3" name="Picture Placeholder 2">
            <a:extLst xmlns:a="http://schemas.openxmlformats.org/drawingml/2006/main">
              <a:ext uri="{FF2B5EF4-FFF2-40B4-BE49-F238E27FC236}">
                <a16:creationId xmlns:a16="http://schemas.microsoft.com/office/drawing/2014/main" id="{71981FBC-20DE-4098-B567-C426181DF710}"/>
              </a:ext>
            </a:extLst>
          </p:cNvPr>
          <p:cNvSpPr>
            <a:spLocks xmlns:a="http://schemas.openxmlformats.org/drawingml/2006/main" noGrp="1"/>
          </p:cNvSpPr>
          <p:nvPr>
            <p:ph type="pic" idx="1"/>
          </p:nvPr>
        </p:nvSpPr>
        <p:spPr>
          <a:xfrm xmlns:a="http://schemas.openxmlformats.org/drawingml/2006/main">
            <a:off x="1792288" y="612775"/>
            <a:ext cx="5486400" cy="4114800"/>
          </a:xfrm>
        </p:spPr>
        <p:txBody>
          <a:bodyPr xmlns:a="http://schemas.openxmlformats.org/drawingml/2006/main"/>
          <a:lstStyle xmlns:a="http://schemas.openxmlformats.org/drawingml/2006/main">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xmlns:a="http://schemas.openxmlformats.org/drawingml/2006/main"/>
        </p:txBody>
      </p:sp>
      <p:sp>
        <p:nvSpPr>
          <p:cNvPr id="4" name="Text Placeholder 3">
            <a:extLst xmlns:a="http://schemas.openxmlformats.org/drawingml/2006/main">
              <a:ext uri="{FF2B5EF4-FFF2-40B4-BE49-F238E27FC236}">
                <a16:creationId xmlns:a16="http://schemas.microsoft.com/office/drawing/2014/main" id="{8FD56B06-3CDB-441B-9FF6-98248525CC67}"/>
              </a:ext>
            </a:extLst>
          </p:cNvPr>
          <p:cNvSpPr>
            <a:spLocks xmlns:a="http://schemas.openxmlformats.org/drawingml/2006/main" noGrp="1"/>
          </p:cNvSpPr>
          <p:nvPr>
            <p:ph type="body" idx="2"/>
          </p:nvPr>
        </p:nvSpPr>
        <p:spPr>
          <a:xfrm xmlns:a="http://schemas.openxmlformats.org/drawingml/2006/main">
            <a:off x="1792288" y="5367338"/>
            <a:ext cx="5486400" cy="804862"/>
          </a:xfrm>
        </p:spPr>
        <p:txBody>
          <a:bodyPr xmlns:a="http://schemas.openxmlformats.org/drawingml/2006/main"/>
          <a:lstStyle xmlns:a="http://schemas.openxmlformats.org/drawingml/2006/main">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xmlns:a="http://schemas.openxmlformats.org/drawingml/2006/main">
            <a:pPr lvl="0">
              <a:buNone/>
            </a:pPr>
            <a:r>
              <a:t>Click to edit Master text styles</a:t>
            </a:r>
          </a:p>
        </p:txBody>
      </p:sp>
      <p:sp>
        <p:nvSpPr>
          <p:cNvPr id="5" name="Date Placeholder 4">
            <a:extLst xmlns:a="http://schemas.openxmlformats.org/drawingml/2006/main">
              <a:ext uri="{FF2B5EF4-FFF2-40B4-BE49-F238E27FC236}">
                <a16:creationId xmlns:a16="http://schemas.microsoft.com/office/drawing/2014/main" id="{6F561B3A-D175-4625-B4F3-9DEAC0947F68}"/>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p>
        </p:txBody>
      </p:sp>
      <p:sp>
        <p:nvSpPr>
          <p:cNvPr id="6" name="Footer Placeholder 5">
            <a:extLst xmlns:a="http://schemas.openxmlformats.org/drawingml/2006/main">
              <a:ext uri="{FF2B5EF4-FFF2-40B4-BE49-F238E27FC236}">
                <a16:creationId xmlns:a16="http://schemas.microsoft.com/office/drawing/2014/main" id="{E5E73374-7EAC-457C-B512-353BF132F3B5}"/>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p:txBody>
      </p:sp>
      <p:sp>
        <p:nvSpPr>
          <p:cNvPr id="7" name="Slide Number Placeholder 6">
            <a:extLst xmlns:a="http://schemas.openxmlformats.org/drawingml/2006/main">
              <a:ext uri="{FF2B5EF4-FFF2-40B4-BE49-F238E27FC236}">
                <a16:creationId xmlns:a16="http://schemas.microsoft.com/office/drawing/2014/main" id="{9119DB9C-051F-40ED-A951-5B2684F1FB7A}"/>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p>
        </p:txBody>
      </p:sp>
    </p:spTree>
  </p:cSld>
</p:sldLayout>
</file>

<file path=ppt/slideLayouts/slideLayout10.xml><?xml version="1.0" encoding="utf-8"?>
<p:sldLayout xmlns:p="http://schemas.openxmlformats.org/presentationml/2006/main" type="vertTx" preserve="1">
  <p:cSld name="Title and Vertical Text">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F2ED3C2D-D0B2-49D2-880C-DA8E2C9610FC}"/>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r>
              <a:t>Click to edit Master title style</a:t>
            </a:r>
          </a:p>
        </p:txBody>
      </p:sp>
      <p:sp>
        <p:nvSpPr>
          <p:cNvPr id="3" name="Vertical Text Placeholder 2">
            <a:extLst xmlns:a="http://schemas.openxmlformats.org/drawingml/2006/main">
              <a:ext uri="{FF2B5EF4-FFF2-40B4-BE49-F238E27FC236}">
                <a16:creationId xmlns:a16="http://schemas.microsoft.com/office/drawing/2014/main" id="{112AE270-E986-401A-B466-63782224AEE3}"/>
              </a:ext>
            </a:extLst>
          </p:cNvPr>
          <p:cNvSpPr>
            <a:spLocks xmlns:a="http://schemas.openxmlformats.org/drawingml/2006/main" noGrp="1"/>
          </p:cNvSpPr>
          <p:nvPr>
            <p:ph type="body" idx="1"/>
          </p:nvPr>
        </p:nvSpPr>
        <p:spPr/>
        <p:txBody>
          <a:bodyPr xmlns:a="http://schemas.openxmlformats.org/drawingml/2006/main" vert="eaVert"/>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4" name="Date Placeholder 3">
            <a:extLst xmlns:a="http://schemas.openxmlformats.org/drawingml/2006/main">
              <a:ext uri="{FF2B5EF4-FFF2-40B4-BE49-F238E27FC236}">
                <a16:creationId xmlns:a16="http://schemas.microsoft.com/office/drawing/2014/main" id="{A4E0FC94-D9EE-4EE3-94EC-C47A37847335}"/>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p>
        </p:txBody>
      </p:sp>
      <p:sp>
        <p:nvSpPr>
          <p:cNvPr id="5" name="Footer Placeholder 4">
            <a:extLst xmlns:a="http://schemas.openxmlformats.org/drawingml/2006/main">
              <a:ext uri="{FF2B5EF4-FFF2-40B4-BE49-F238E27FC236}">
                <a16:creationId xmlns:a16="http://schemas.microsoft.com/office/drawing/2014/main" id="{849F05C9-037C-4814-8F59-08DB2A2760B3}"/>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p:txBody>
      </p:sp>
      <p:sp>
        <p:nvSpPr>
          <p:cNvPr id="6" name="Slide Number Placeholder 5">
            <a:extLst xmlns:a="http://schemas.openxmlformats.org/drawingml/2006/main">
              <a:ext uri="{FF2B5EF4-FFF2-40B4-BE49-F238E27FC236}">
                <a16:creationId xmlns:a16="http://schemas.microsoft.com/office/drawing/2014/main" id="{A60F97B6-9C4E-4F72-B017-62712C071117}"/>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p>
        </p:txBody>
      </p:sp>
    </p:spTree>
  </p:cSld>
</p:sldLayout>
</file>

<file path=ppt/slideLayouts/slideLayout11.xml><?xml version="1.0" encoding="utf-8"?>
<p:sldLayout xmlns:p="http://schemas.openxmlformats.org/presentationml/2006/main" type="vertTitleAndTx" preserve="1">
  <p:cSld name="Vertical Title and Text">
    <p:spTree>
      <p:nvGrpSpPr>
        <p:cNvPr id="1" name=""/>
        <p:cNvGrpSpPr/>
        <p:nvPr/>
      </p:nvGrpSpPr>
      <p:grpSpPr>
        <a:xfrm xmlns:a="http://schemas.openxmlformats.org/drawingml/2006/main"/>
      </p:grpSpPr>
      <p:sp>
        <p:nvSpPr>
          <p:cNvPr id="2" name="Vertical Title 1">
            <a:extLst xmlns:a="http://schemas.openxmlformats.org/drawingml/2006/main">
              <a:ext uri="{FF2B5EF4-FFF2-40B4-BE49-F238E27FC236}">
                <a16:creationId xmlns:a16="http://schemas.microsoft.com/office/drawing/2014/main" id="{9C244E7D-D132-42B9-BE2E-E4990C15FFFF}"/>
              </a:ext>
            </a:extLst>
          </p:cNvPr>
          <p:cNvSpPr>
            <a:spLocks xmlns:a="http://schemas.openxmlformats.org/drawingml/2006/main" noGrp="1"/>
          </p:cNvSpPr>
          <p:nvPr>
            <p:ph type="title" idx="0"/>
          </p:nvPr>
        </p:nvSpPr>
        <p:spPr>
          <a:xfrm xmlns:a="http://schemas.openxmlformats.org/drawingml/2006/main">
            <a:off x="6629400" y="274638"/>
            <a:ext cx="2057400" cy="5851525"/>
          </a:xfrm>
        </p:spPr>
        <p:txBody>
          <a:bodyPr xmlns:a="http://schemas.openxmlformats.org/drawingml/2006/main" vert="eaVert"/>
          <a:lstStyle xmlns:a="http://schemas.openxmlformats.org/drawingml/2006/main"/>
          <a:p xmlns:a="http://schemas.openxmlformats.org/drawingml/2006/main">
            <a:r>
              <a:t>Click to edit Master title style</a:t>
            </a:r>
          </a:p>
        </p:txBody>
      </p:sp>
      <p:sp>
        <p:nvSpPr>
          <p:cNvPr id="3" name="Vertical Text Placeholder 2">
            <a:extLst xmlns:a="http://schemas.openxmlformats.org/drawingml/2006/main">
              <a:ext uri="{FF2B5EF4-FFF2-40B4-BE49-F238E27FC236}">
                <a16:creationId xmlns:a16="http://schemas.microsoft.com/office/drawing/2014/main" id="{78A76F7E-F717-4236-92CE-3C20F4DEA894}"/>
              </a:ext>
            </a:extLst>
          </p:cNvPr>
          <p:cNvSpPr>
            <a:spLocks xmlns:a="http://schemas.openxmlformats.org/drawingml/2006/main" noGrp="1"/>
          </p:cNvSpPr>
          <p:nvPr>
            <p:ph type="body" idx="1"/>
          </p:nvPr>
        </p:nvSpPr>
        <p:spPr>
          <a:xfrm xmlns:a="http://schemas.openxmlformats.org/drawingml/2006/main">
            <a:off x="457200" y="274638"/>
            <a:ext cx="6019800" cy="5851525"/>
          </a:xfrm>
        </p:spPr>
        <p:txBody>
          <a:bodyPr xmlns:a="http://schemas.openxmlformats.org/drawingml/2006/main" vert="eaVert"/>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4" name="Date Placeholder 3">
            <a:extLst xmlns:a="http://schemas.openxmlformats.org/drawingml/2006/main">
              <a:ext uri="{FF2B5EF4-FFF2-40B4-BE49-F238E27FC236}">
                <a16:creationId xmlns:a16="http://schemas.microsoft.com/office/drawing/2014/main" id="{12E51107-AD53-4138-9CF0-DEB51571C619}"/>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p>
        </p:txBody>
      </p:sp>
      <p:sp>
        <p:nvSpPr>
          <p:cNvPr id="5" name="Footer Placeholder 4">
            <a:extLst xmlns:a="http://schemas.openxmlformats.org/drawingml/2006/main">
              <a:ext uri="{FF2B5EF4-FFF2-40B4-BE49-F238E27FC236}">
                <a16:creationId xmlns:a16="http://schemas.microsoft.com/office/drawing/2014/main" id="{BEACAA9B-477E-4A81-A907-851CEB37BA8E}"/>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p:txBody>
      </p:sp>
      <p:sp>
        <p:nvSpPr>
          <p:cNvPr id="6" name="Slide Number Placeholder 5">
            <a:extLst xmlns:a="http://schemas.openxmlformats.org/drawingml/2006/main">
              <a:ext uri="{FF2B5EF4-FFF2-40B4-BE49-F238E27FC236}">
                <a16:creationId xmlns:a16="http://schemas.microsoft.com/office/drawing/2014/main" id="{9D70CCF8-699E-4D1C-9959-D14F543CDB51}"/>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p>
        </p:txBody>
      </p:sp>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7c791c8d69404388" /><Relationship Type="http://schemas.openxmlformats.org/officeDocument/2006/relationships/slideLayout" Target="/ppt/slideLayouts/slideLayout1.xml" Id="Rbdda057fdb6c4c09" /><Relationship Type="http://schemas.openxmlformats.org/officeDocument/2006/relationships/slideLayout" Target="/ppt/slideLayouts/slideLayout2.xml" Id="R28a5d704475c46a4" /><Relationship Type="http://schemas.openxmlformats.org/officeDocument/2006/relationships/slideLayout" Target="/ppt/slideLayouts/slideLayout3.xml" Id="R2b6aa8fefa634fdb" /><Relationship Type="http://schemas.openxmlformats.org/officeDocument/2006/relationships/slideLayout" Target="/ppt/slideLayouts/slideLayout4.xml" Id="R0e1fe71d80aa497f" /><Relationship Type="http://schemas.openxmlformats.org/officeDocument/2006/relationships/slideLayout" Target="/ppt/slideLayouts/slideLayout5.xml" Id="R956bf514ca744820" /><Relationship Type="http://schemas.openxmlformats.org/officeDocument/2006/relationships/slideLayout" Target="/ppt/slideLayouts/slideLayout6.xml" Id="R5132f307c1854088" /><Relationship Type="http://schemas.openxmlformats.org/officeDocument/2006/relationships/slideLayout" Target="/ppt/slideLayouts/slideLayout7.xml" Id="R983c48de11e3467b" /><Relationship Type="http://schemas.openxmlformats.org/officeDocument/2006/relationships/slideLayout" Target="/ppt/slideLayouts/slideLayout8.xml" Id="R497a0dd70a1e4ed1" /><Relationship Type="http://schemas.openxmlformats.org/officeDocument/2006/relationships/slideLayout" Target="/ppt/slideLayouts/slideLayout9.xml" Id="R7348cac722484a0b" /><Relationship Type="http://schemas.openxmlformats.org/officeDocument/2006/relationships/slideLayout" Target="/ppt/slideLayouts/slideLayout10.xml" Id="R1738fb462b0c40d1" /><Relationship Type="http://schemas.openxmlformats.org/officeDocument/2006/relationships/slideLayout" Target="/ppt/slideLayouts/slideLayout11.xml" Id="R36ee3a5d8b084006" /></Relationships>
</file>

<file path=ppt/slideMasters/slideMaster1.xml><?xml version="1.0" encoding="utf-8"?>
<p:sld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Title Placeholder 1">
            <a:extLst xmlns:a="http://schemas.openxmlformats.org/drawingml/2006/main">
              <a:ext uri="{FF2B5EF4-FFF2-40B4-BE49-F238E27FC236}">
                <a16:creationId xmlns:a16="http://schemas.microsoft.com/office/drawing/2014/main" id="{B3379AC1-DA14-46BF-93D5-F624D153413A}"/>
              </a:ext>
            </a:extLst>
          </p:cNvPr>
          <p:cNvSpPr>
            <a:spLocks xmlns:a="http://schemas.openxmlformats.org/drawingml/2006/main" noGrp="1"/>
          </p:cNvSpPr>
          <p:nvPr>
            <p:ph type="title" idx="0"/>
          </p:nvPr>
        </p:nvSpPr>
        <p:spPr>
          <a:xfrm xmlns:a="http://schemas.openxmlformats.org/drawingml/2006/main">
            <a:off x="457200" y="274638"/>
            <a:ext cx="8229600" cy="1143000"/>
          </a:xfrm>
          <a:prstGeom xmlns:a="http://schemas.openxmlformats.org/drawingml/2006/main" prst="rect">
            <a:avLst/>
          </a:prstGeom>
        </p:spPr>
        <p:txBody>
          <a:bodyPr xmlns:a="http://schemas.openxmlformats.org/drawingml/2006/main" vert="horz" lIns="91440" tIns="45720" rIns="91440" bIns="45720" anchor="ctr">
            <a:normAutofit/>
          </a:bodyPr>
          <a:lstStyle xmlns:a="http://schemas.openxmlformats.org/drawingml/2006/main"/>
          <a:p xmlns:a="http://schemas.openxmlformats.org/drawingml/2006/main">
            <a:r>
              <a:t>Click to edit Master title style</a:t>
            </a:r>
          </a:p>
        </p:txBody>
      </p:sp>
      <p:sp>
        <p:nvSpPr>
          <p:cNvPr id="3" name="Text Placeholder 2">
            <a:extLst xmlns:a="http://schemas.openxmlformats.org/drawingml/2006/main">
              <a:ext uri="{FF2B5EF4-FFF2-40B4-BE49-F238E27FC236}">
                <a16:creationId xmlns:a16="http://schemas.microsoft.com/office/drawing/2014/main" id="{82517678-8F42-4705-B473-71B72E978202}"/>
              </a:ext>
            </a:extLst>
          </p:cNvPr>
          <p:cNvSpPr>
            <a:spLocks xmlns:a="http://schemas.openxmlformats.org/drawingml/2006/main" noGrp="1"/>
          </p:cNvSpPr>
          <p:nvPr>
            <p:ph type="body" idx="1"/>
          </p:nvPr>
        </p:nvSpPr>
        <p:spPr>
          <a:xfrm xmlns:a="http://schemas.openxmlformats.org/drawingml/2006/main">
            <a:off x="457200" y="1600200"/>
            <a:ext cx="8229600" cy="4525963"/>
          </a:xfrm>
          <a:prstGeom xmlns:a="http://schemas.openxmlformats.org/drawingml/2006/main" prst="rect">
            <a:avLst/>
          </a:prstGeom>
        </p:spPr>
        <p:txBody>
          <a:bodyPr xmlns:a="http://schemas.openxmlformats.org/drawingml/2006/main" vert="horz" lIns="91440" tIns="45720" rIns="91440" bIns="45720">
            <a:normAutofit/>
          </a:bodyPr>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4" name="Date Placeholder 3">
            <a:extLst xmlns:a="http://schemas.openxmlformats.org/drawingml/2006/main">
              <a:ext uri="{FF2B5EF4-FFF2-40B4-BE49-F238E27FC236}">
                <a16:creationId xmlns:a16="http://schemas.microsoft.com/office/drawing/2014/main" id="{16ECB1EE-2E8A-4290-A1E1-CE1B6FA3EDA2}"/>
              </a:ext>
            </a:extLst>
          </p:cNvPr>
          <p:cNvSpPr>
            <a:spLocks xmlns:a="http://schemas.openxmlformats.org/drawingml/2006/main" noGrp="1"/>
          </p:cNvSpPr>
          <p:nvPr>
            <p:ph type="dt" idx="2"/>
          </p:nvPr>
        </p:nvSpPr>
        <p:spPr>
          <a:xfrm xmlns:a="http://schemas.openxmlformats.org/drawingml/2006/main">
            <a:off x="457200" y="6356350"/>
            <a:ext cx="2133600" cy="365125"/>
          </a:xfrm>
          <a:prstGeom xmlns:a="http://schemas.openxmlformats.org/drawingml/2006/main" prst="rect">
            <a:avLst/>
          </a:prstGeom>
        </p:spPr>
        <p:txBody>
          <a:bodyPr xmlns:a="http://schemas.openxmlformats.org/drawingml/2006/main" vert="horz" lIns="91440" tIns="45720" rIns="91440" bIns="45720" anchor="ctr"/>
          <a:lstStyle xmlns:a="http://schemas.openxmlformats.org/drawingml/2006/main">
            <a:lvl1pPr algn="l">
              <a:buNone/>
              <a:defRPr sz="1200">
                <a:solidFill>
                  <a:schemeClr val="tx1">
                    <a:tint val="75000"/>
                  </a:schemeClr>
                </a:solidFill>
              </a:defRPr>
            </a:lvl1pPr>
          </a:lstStyle>
          <a:p xmlns:a="http://schemas.openxmlformats.org/drawingml/2006/main">
            <a:fld id="{5BCAD085-E8A6-8845-BD4E-CB4CCA059FC4}" type="datetimeFigureOut">
              <a:t>1/27/13</a:t>
            </a:fld>
          </a:p>
        </p:txBody>
      </p:sp>
      <p:sp>
        <p:nvSpPr>
          <p:cNvPr id="5" name="Footer Placeholder 4">
            <a:extLst xmlns:a="http://schemas.openxmlformats.org/drawingml/2006/main">
              <a:ext uri="{FF2B5EF4-FFF2-40B4-BE49-F238E27FC236}">
                <a16:creationId xmlns:a16="http://schemas.microsoft.com/office/drawing/2014/main" id="{6CE85262-DD0C-47FC-A258-F8E79EB83A4F}"/>
              </a:ext>
            </a:extLst>
          </p:cNvPr>
          <p:cNvSpPr>
            <a:spLocks xmlns:a="http://schemas.openxmlformats.org/drawingml/2006/main" noGrp="1"/>
          </p:cNvSpPr>
          <p:nvPr>
            <p:ph type="ftr" idx="3"/>
          </p:nvPr>
        </p:nvSpPr>
        <p:spPr>
          <a:xfrm xmlns:a="http://schemas.openxmlformats.org/drawingml/2006/main">
            <a:off x="3124200" y="6356350"/>
            <a:ext cx="2895600" cy="365125"/>
          </a:xfrm>
          <a:prstGeom xmlns:a="http://schemas.openxmlformats.org/drawingml/2006/main" prst="rect">
            <a:avLst/>
          </a:prstGeom>
        </p:spPr>
        <p:txBody>
          <a:bodyPr xmlns:a="http://schemas.openxmlformats.org/drawingml/2006/main" vert="horz" lIns="91440" tIns="45720" rIns="91440" bIns="45720" anchor="ctr"/>
          <a:lstStyle xmlns:a="http://schemas.openxmlformats.org/drawingml/2006/main">
            <a:lvl1pPr algn="ctr">
              <a:buNone/>
              <a:defRPr sz="1200">
                <a:solidFill>
                  <a:schemeClr val="tx1">
                    <a:tint val="75000"/>
                  </a:schemeClr>
                </a:solidFill>
              </a:defRPr>
            </a:lvl1pPr>
          </a:lstStyle>
          <a:p xmlns:a="http://schemas.openxmlformats.org/drawingml/2006/main"/>
        </p:txBody>
      </p:sp>
      <p:sp>
        <p:nvSpPr>
          <p:cNvPr id="6" name="Slide Number Placeholder 5">
            <a:extLst xmlns:a="http://schemas.openxmlformats.org/drawingml/2006/main">
              <a:ext uri="{FF2B5EF4-FFF2-40B4-BE49-F238E27FC236}">
                <a16:creationId xmlns:a16="http://schemas.microsoft.com/office/drawing/2014/main" id="{90C26A27-912B-41AE-8615-942475019456}"/>
              </a:ext>
            </a:extLst>
          </p:cNvPr>
          <p:cNvSpPr>
            <a:spLocks xmlns:a="http://schemas.openxmlformats.org/drawingml/2006/main" noGrp="1"/>
          </p:cNvSpPr>
          <p:nvPr>
            <p:ph type="sldNum" idx="4"/>
          </p:nvPr>
        </p:nvSpPr>
        <p:spPr>
          <a:xfrm xmlns:a="http://schemas.openxmlformats.org/drawingml/2006/main">
            <a:off x="6553200" y="6356350"/>
            <a:ext cx="2133600" cy="365125"/>
          </a:xfrm>
          <a:prstGeom xmlns:a="http://schemas.openxmlformats.org/drawingml/2006/main" prst="rect">
            <a:avLst/>
          </a:prstGeom>
        </p:spPr>
        <p:txBody>
          <a:bodyPr xmlns:a="http://schemas.openxmlformats.org/drawingml/2006/main" vert="horz" lIns="91440" tIns="45720" rIns="91440" bIns="45720" anchor="ctr"/>
          <a:lstStyle xmlns:a="http://schemas.openxmlformats.org/drawingml/2006/main">
            <a:lvl1pPr algn="r">
              <a:buNone/>
              <a:defRPr sz="1200">
                <a:solidFill>
                  <a:schemeClr val="tx1">
                    <a:tint val="75000"/>
                  </a:schemeClr>
                </a:solidFill>
              </a:defRPr>
            </a:lvl1pPr>
          </a:lstStyle>
          <a:p xmlns:a="http://schemas.openxmlformats.org/drawingml/2006/main">
            <a:fld id="{C1FF6DA9-008F-8B48-92A6-B652298478BF}" type="slidenum">
              <a:t>‹#›</a:t>
            </a:fld>
          </a:p>
        </p:txBody>
      </p:sp>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bdda057fdb6c4c09"/>
    <p:sldLayoutId xmlns:r="http://schemas.openxmlformats.org/officeDocument/2006/relationships" id="2147483650" r:id="R28a5d704475c46a4"/>
    <p:sldLayoutId xmlns:r="http://schemas.openxmlformats.org/officeDocument/2006/relationships" id="2147483651" r:id="R2b6aa8fefa634fdb"/>
    <p:sldLayoutId xmlns:r="http://schemas.openxmlformats.org/officeDocument/2006/relationships" id="2147483652" r:id="R0e1fe71d80aa497f"/>
    <p:sldLayoutId xmlns:r="http://schemas.openxmlformats.org/officeDocument/2006/relationships" id="2147483653" r:id="R956bf514ca744820"/>
    <p:sldLayoutId xmlns:r="http://schemas.openxmlformats.org/officeDocument/2006/relationships" id="2147483654" r:id="R5132f307c1854088"/>
    <p:sldLayoutId xmlns:r="http://schemas.openxmlformats.org/officeDocument/2006/relationships" id="2147483655" r:id="R983c48de11e3467b"/>
    <p:sldLayoutId xmlns:r="http://schemas.openxmlformats.org/officeDocument/2006/relationships" id="2147483656" r:id="R497a0dd70a1e4ed1"/>
    <p:sldLayoutId xmlns:r="http://schemas.openxmlformats.org/officeDocument/2006/relationships" id="2147483657" r:id="R7348cac722484a0b"/>
    <p:sldLayoutId xmlns:r="http://schemas.openxmlformats.org/officeDocument/2006/relationships" id="2147483658" r:id="R1738fb462b0c40d1"/>
    <p:sldLayoutId xmlns:r="http://schemas.openxmlformats.org/officeDocument/2006/relationships" id="2147483659" r:id="R36ee3a5d8b084006"/>
  </p:sldLayoutIdLst>
  <p:txStyles>
    <p:titleStyle>
      <a:lvl1pPr xmlns:a="http://schemas.openxmlformats.org/drawingml/2006/main" algn="ctr" defTabSz="457200">
        <a:spcBef>
          <a:spcPct val="0"/>
        </a:spcBef>
        <a:buNone/>
        <a:defRPr sz="4400" kern="1200">
          <a:solidFill>
            <a:schemeClr val="tx1"/>
          </a:solidFill>
          <a:latin typeface="+mj-lt"/>
          <a:ea typeface="+mj-lt"/>
          <a:cs typeface="+mj-lt"/>
        </a:defRPr>
      </a:lvl1pPr>
    </p:titleStyle>
    <p:bodyStyle>
      <a:lvl1pPr xmlns:a="http://schemas.openxmlformats.org/drawingml/2006/main" marL="342900" indent="-342900" algn="l" defTabSz="457200">
        <a:spcBef>
          <a:spcPct val="20000"/>
        </a:spcBef>
        <a:buFont typeface="Arial"/>
        <a:buChar char="•"/>
        <a:defRPr sz="3200" kern="1200">
          <a:solidFill>
            <a:schemeClr val="tx1"/>
          </a:solidFill>
          <a:latin typeface="+mn-lt"/>
          <a:ea typeface="+mn-lt"/>
          <a:cs typeface="+mn-lt"/>
        </a:defRPr>
      </a:lvl1pPr>
      <a:lvl2pPr xmlns:a="http://schemas.openxmlformats.org/drawingml/2006/main" marL="742950" indent="-285750" algn="l" defTabSz="457200">
        <a:spcBef>
          <a:spcPct val="20000"/>
        </a:spcBef>
        <a:buFont typeface="Arial"/>
        <a:buChar char="–"/>
        <a:defRPr sz="2800" kern="1200">
          <a:solidFill>
            <a:schemeClr val="tx1"/>
          </a:solidFill>
          <a:latin typeface="+mn-lt"/>
          <a:ea typeface="+mn-lt"/>
          <a:cs typeface="+mn-lt"/>
        </a:defRPr>
      </a:lvl2pPr>
      <a:lvl3pPr xmlns:a="http://schemas.openxmlformats.org/drawingml/2006/main" marL="1143000" indent="-228600" algn="l" defTabSz="457200">
        <a:spcBef>
          <a:spcPct val="20000"/>
        </a:spcBef>
        <a:buFont typeface="Arial"/>
        <a:buChar char="•"/>
        <a:defRPr sz="2400" kern="1200">
          <a:solidFill>
            <a:schemeClr val="tx1"/>
          </a:solidFill>
          <a:latin typeface="+mn-lt"/>
          <a:ea typeface="+mn-lt"/>
          <a:cs typeface="+mn-lt"/>
        </a:defRPr>
      </a:lvl3pPr>
      <a:lvl4pPr xmlns:a="http://schemas.openxmlformats.org/drawingml/2006/main" marL="1600200" indent="-228600" algn="l" defTabSz="457200">
        <a:spcBef>
          <a:spcPct val="20000"/>
        </a:spcBef>
        <a:buFont typeface="Arial"/>
        <a:buChar char="–"/>
        <a:defRPr sz="2000" kern="1200">
          <a:solidFill>
            <a:schemeClr val="tx1"/>
          </a:solidFill>
          <a:latin typeface="+mn-lt"/>
          <a:ea typeface="+mn-lt"/>
          <a:cs typeface="+mn-lt"/>
        </a:defRPr>
      </a:lvl4pPr>
      <a:lvl5pPr xmlns:a="http://schemas.openxmlformats.org/drawingml/2006/main" marL="2057400" indent="-228600" algn="l" defTabSz="457200">
        <a:spcBef>
          <a:spcPct val="20000"/>
        </a:spcBef>
        <a:buFont typeface="Arial"/>
        <a:buChar char="»"/>
        <a:defRPr sz="2000" kern="1200">
          <a:solidFill>
            <a:schemeClr val="tx1"/>
          </a:solidFill>
          <a:latin typeface="+mn-lt"/>
          <a:ea typeface="+mn-lt"/>
          <a:cs typeface="+mn-lt"/>
        </a:defRPr>
      </a:lvl5pPr>
      <a:lvl6pPr xmlns:a="http://schemas.openxmlformats.org/drawingml/2006/main" marL="2514600" indent="-228600" algn="l" defTabSz="457200">
        <a:spcBef>
          <a:spcPct val="20000"/>
        </a:spcBef>
        <a:buFont typeface="Arial"/>
        <a:buChar char="•"/>
        <a:defRPr sz="2000" kern="1200">
          <a:solidFill>
            <a:schemeClr val="tx1"/>
          </a:solidFill>
          <a:latin typeface="+mn-lt"/>
          <a:ea typeface="+mn-lt"/>
          <a:cs typeface="+mn-lt"/>
        </a:defRPr>
      </a:lvl6pPr>
      <a:lvl7pPr xmlns:a="http://schemas.openxmlformats.org/drawingml/2006/main" marL="2971800" indent="-228600" algn="l" defTabSz="457200">
        <a:spcBef>
          <a:spcPct val="20000"/>
        </a:spcBef>
        <a:buFont typeface="Arial"/>
        <a:buChar char="•"/>
        <a:defRPr sz="2000" kern="1200">
          <a:solidFill>
            <a:schemeClr val="tx1"/>
          </a:solidFill>
          <a:latin typeface="+mn-lt"/>
          <a:ea typeface="+mn-lt"/>
          <a:cs typeface="+mn-lt"/>
        </a:defRPr>
      </a:lvl7pPr>
      <a:lvl8pPr xmlns:a="http://schemas.openxmlformats.org/drawingml/2006/main" marL="3429000" indent="-228600" algn="l" defTabSz="457200">
        <a:spcBef>
          <a:spcPct val="20000"/>
        </a:spcBef>
        <a:buFont typeface="Arial"/>
        <a:buChar char="•"/>
        <a:defRPr sz="2000" kern="1200">
          <a:solidFill>
            <a:schemeClr val="tx1"/>
          </a:solidFill>
          <a:latin typeface="+mn-lt"/>
          <a:ea typeface="+mn-lt"/>
          <a:cs typeface="+mn-lt"/>
        </a:defRPr>
      </a:lvl8pPr>
      <a:lvl9pPr xmlns:a="http://schemas.openxmlformats.org/drawingml/2006/main" marL="3886200" indent="-228600" algn="l" defTabSz="457200">
        <a:spcBef>
          <a:spcPct val="20000"/>
        </a:spcBef>
        <a:buFont typeface="Arial"/>
        <a:buChar char="•"/>
        <a:defRPr sz="2000" kern="1200">
          <a:solidFill>
            <a:schemeClr val="tx1"/>
          </a:solidFill>
          <a:latin typeface="+mn-lt"/>
          <a:ea typeface="+mn-lt"/>
          <a:cs typeface="+mn-lt"/>
        </a:defRPr>
      </a:lvl9pPr>
    </p:bodyStyle>
    <p:otherStyle>
      <a:lvl1pPr xmlns:a="http://schemas.openxmlformats.org/drawingml/2006/main" marL="0" algn="l" defTabSz="457200">
        <a:buNone/>
        <a:defRPr sz="1800" kern="1200">
          <a:solidFill>
            <a:schemeClr val="tx1"/>
          </a:solidFill>
          <a:latin typeface="+mn-lt"/>
          <a:ea typeface="+mn-lt"/>
          <a:cs typeface="+mn-lt"/>
        </a:defRPr>
      </a:lvl1pPr>
      <a:lvl2pPr xmlns:a="http://schemas.openxmlformats.org/drawingml/2006/main" marL="457200" algn="l" defTabSz="457200">
        <a:buNone/>
        <a:defRPr sz="1800" kern="1200">
          <a:solidFill>
            <a:schemeClr val="tx1"/>
          </a:solidFill>
          <a:latin typeface="+mn-lt"/>
          <a:ea typeface="+mn-lt"/>
          <a:cs typeface="+mn-lt"/>
        </a:defRPr>
      </a:lvl2pPr>
      <a:lvl3pPr xmlns:a="http://schemas.openxmlformats.org/drawingml/2006/main" marL="914400" algn="l" defTabSz="457200">
        <a:buNone/>
        <a:defRPr sz="1800" kern="1200">
          <a:solidFill>
            <a:schemeClr val="tx1"/>
          </a:solidFill>
          <a:latin typeface="+mn-lt"/>
          <a:ea typeface="+mn-lt"/>
          <a:cs typeface="+mn-lt"/>
        </a:defRPr>
      </a:lvl3pPr>
      <a:lvl4pPr xmlns:a="http://schemas.openxmlformats.org/drawingml/2006/main" marL="1371600" algn="l" defTabSz="457200">
        <a:buNone/>
        <a:defRPr sz="1800" kern="1200">
          <a:solidFill>
            <a:schemeClr val="tx1"/>
          </a:solidFill>
          <a:latin typeface="+mn-lt"/>
          <a:ea typeface="+mn-lt"/>
          <a:cs typeface="+mn-lt"/>
        </a:defRPr>
      </a:lvl4pPr>
      <a:lvl5pPr xmlns:a="http://schemas.openxmlformats.org/drawingml/2006/main" marL="1828800" algn="l" defTabSz="457200">
        <a:buNone/>
        <a:defRPr sz="1800" kern="1200">
          <a:solidFill>
            <a:schemeClr val="tx1"/>
          </a:solidFill>
          <a:latin typeface="+mn-lt"/>
          <a:ea typeface="+mn-lt"/>
          <a:cs typeface="+mn-lt"/>
        </a:defRPr>
      </a:lvl5pPr>
      <a:lvl6pPr xmlns:a="http://schemas.openxmlformats.org/drawingml/2006/main" marL="2286000" algn="l" defTabSz="457200">
        <a:buNone/>
        <a:defRPr sz="1800" kern="1200">
          <a:solidFill>
            <a:schemeClr val="tx1"/>
          </a:solidFill>
          <a:latin typeface="+mn-lt"/>
          <a:ea typeface="+mn-lt"/>
          <a:cs typeface="+mn-lt"/>
        </a:defRPr>
      </a:lvl6pPr>
      <a:lvl7pPr xmlns:a="http://schemas.openxmlformats.org/drawingml/2006/main" marL="2743200" algn="l" defTabSz="457200">
        <a:buNone/>
        <a:defRPr sz="1800" kern="1200">
          <a:solidFill>
            <a:schemeClr val="tx1"/>
          </a:solidFill>
          <a:latin typeface="+mn-lt"/>
          <a:ea typeface="+mn-lt"/>
          <a:cs typeface="+mn-lt"/>
        </a:defRPr>
      </a:lvl7pPr>
      <a:lvl8pPr xmlns:a="http://schemas.openxmlformats.org/drawingml/2006/main" marL="3200400" algn="l" defTabSz="457200">
        <a:buNone/>
        <a:defRPr sz="1800" kern="1200">
          <a:solidFill>
            <a:schemeClr val="tx1"/>
          </a:solidFill>
          <a:latin typeface="+mn-lt"/>
          <a:ea typeface="+mn-lt"/>
          <a:cs typeface="+mn-lt"/>
        </a:defRPr>
      </a:lvl8pPr>
      <a:lvl9pPr xmlns:a="http://schemas.openxmlformats.org/drawingml/2006/main" marL="3657600" algn="l" defTabSz="457200">
        <a:buNone/>
        <a:defRPr sz="1800" kern="12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7.xml" Id="R874077f9022943ab" /><Relationship Type="http://schemas.openxmlformats.org/officeDocument/2006/relationships/notesSlide" Target="/ppt/notesSlides/notesSlide1.xml" Id="Re2e4885e192e4d0e" /></Relationships>
</file>

<file path=ppt/slides/_rels/slide2.xml.rels>&#65279;<?xml version="1.0" encoding="utf-8"?><Relationships xmlns="http://schemas.openxmlformats.org/package/2006/relationships"><Relationship Type="http://schemas.openxmlformats.org/officeDocument/2006/relationships/slideLayout" Target="/ppt/slideLayouts/slideLayout7.xml" Id="Rc1b615f8745747fa" /><Relationship Type="http://schemas.openxmlformats.org/officeDocument/2006/relationships/notesSlide" Target="/ppt/notesSlides/notesSlide2.xml" Id="R7442fe155789411c" /></Relationships>
</file>

<file path=ppt/slides/_rels/slide3.xml.rels>&#65279;<?xml version="1.0" encoding="utf-8"?><Relationships xmlns="http://schemas.openxmlformats.org/package/2006/relationships"><Relationship Type="http://schemas.openxmlformats.org/officeDocument/2006/relationships/slideLayout" Target="/ppt/slideLayouts/slideLayout7.xml" Id="Rf5cb1a363b8e4869" /><Relationship Type="http://schemas.openxmlformats.org/officeDocument/2006/relationships/notesSlide" Target="/ppt/notesSlides/notesSlide3.xml" Id="R3a53ba032bfe4ef3" /></Relationships>
</file>

<file path=ppt/slides/_rels/slide4.xml.rels>&#65279;<?xml version="1.0" encoding="utf-8"?><Relationships xmlns="http://schemas.openxmlformats.org/package/2006/relationships"><Relationship Type="http://schemas.openxmlformats.org/officeDocument/2006/relationships/slideLayout" Target="/ppt/slideLayouts/slideLayout7.xml" Id="R9b265febb2754a0d" /><Relationship Type="http://schemas.openxmlformats.org/officeDocument/2006/relationships/notesSlide" Target="/ppt/notesSlides/notesSlide4.xml" Id="R1aa727e565cd481f" /></Relationships>
</file>

<file path=ppt/slides/_rels/slide5.xml.rels>&#65279;<?xml version="1.0" encoding="utf-8"?><Relationships xmlns="http://schemas.openxmlformats.org/package/2006/relationships"><Relationship Type="http://schemas.openxmlformats.org/officeDocument/2006/relationships/slideLayout" Target="/ppt/slideLayouts/slideLayout7.xml" Id="R56dc166213544495" /><Relationship Type="http://schemas.openxmlformats.org/officeDocument/2006/relationships/notesSlide" Target="/ppt/notesSlides/notesSlide5.xml" Id="Rb24a21d5b8f54543" /></Relationships>
</file>

<file path=ppt/slides/_rels/slide6.xml.rels>&#65279;<?xml version="1.0" encoding="utf-8"?><Relationships xmlns="http://schemas.openxmlformats.org/package/2006/relationships"><Relationship Type="http://schemas.openxmlformats.org/officeDocument/2006/relationships/slideLayout" Target="/ppt/slideLayouts/slideLayout7.xml" Id="Rf4c75b0904d549f9" /><Relationship Type="http://schemas.openxmlformats.org/officeDocument/2006/relationships/notesSlide" Target="/ppt/notesSlides/notesSlide6.xml" Id="Rb3dc44b357ee49a3" /></Relationships>
</file>

<file path=ppt/slides/_rels/slide7.xml.rels>&#65279;<?xml version="1.0" encoding="utf-8"?><Relationships xmlns="http://schemas.openxmlformats.org/package/2006/relationships"><Relationship Type="http://schemas.openxmlformats.org/officeDocument/2006/relationships/slideLayout" Target="/ppt/slideLayouts/slideLayout7.xml" Id="R7887ac47d2a34c53" /><Relationship Type="http://schemas.openxmlformats.org/officeDocument/2006/relationships/notesSlide" Target="/ppt/notesSlides/notesSlide7.xml" Id="R074235ef55014d9a" /></Relationships>
</file>

<file path=ppt/slides/_rels/slide8.xml.rels>&#65279;<?xml version="1.0" encoding="utf-8"?><Relationships xmlns="http://schemas.openxmlformats.org/package/2006/relationships"><Relationship Type="http://schemas.openxmlformats.org/officeDocument/2006/relationships/slideLayout" Target="/ppt/slideLayouts/slideLayout7.xml" Id="R58dbfe62476f42fe" /><Relationship Type="http://schemas.openxmlformats.org/officeDocument/2006/relationships/notesSlide" Target="/ppt/notesSlides/notesSlide8.xml" Id="R0979ead2781d4f4e" /></Relationships>
</file>

<file path=ppt/slides/_rels/slide9.xml.rels>&#65279;<?xml version="1.0" encoding="utf-8"?><Relationships xmlns="http://schemas.openxmlformats.org/package/2006/relationships"><Relationship Type="http://schemas.openxmlformats.org/officeDocument/2006/relationships/slideLayout" Target="/ppt/slideLayouts/slideLayout7.xml" Id="Rd537b5dcec1446dc" /><Relationship Type="http://schemas.openxmlformats.org/officeDocument/2006/relationships/notesSlide" Target="/ppt/notesSlides/notesSlide9.xml" Id="R67414b7228794ed3" /></Relationships>
</file>

<file path=ppt/slides/_rels/slide10.xml.rels>&#65279;<?xml version="1.0" encoding="utf-8"?><Relationships xmlns="http://schemas.openxmlformats.org/package/2006/relationships"><Relationship Type="http://schemas.openxmlformats.org/officeDocument/2006/relationships/slideLayout" Target="/ppt/slideLayouts/slideLayout7.xml" Id="Rb552ef5916ee42e4" /><Relationship Type="http://schemas.openxmlformats.org/officeDocument/2006/relationships/notesSlide" Target="/ppt/notesSlides/notesSlide10.xml" Id="R2ae5b1c435e4482c" /></Relationships>
</file>

<file path=ppt/slides/_rels/slide11.xml.rels>&#65279;<?xml version="1.0" encoding="utf-8"?><Relationships xmlns="http://schemas.openxmlformats.org/package/2006/relationships"><Relationship Type="http://schemas.openxmlformats.org/officeDocument/2006/relationships/slideLayout" Target="/ppt/slideLayouts/slideLayout7.xml" Id="R6f9bdfdbd98f468c" /><Relationship Type="http://schemas.openxmlformats.org/officeDocument/2006/relationships/notesSlide" Target="/ppt/notesSlides/notesSlide11.xml" Id="R40b28ce47faa435e" /></Relationships>
</file>

<file path=ppt/slides/_rels/slide12.xml.rels>&#65279;<?xml version="1.0" encoding="utf-8"?><Relationships xmlns="http://schemas.openxmlformats.org/package/2006/relationships"><Relationship Type="http://schemas.openxmlformats.org/officeDocument/2006/relationships/slideLayout" Target="/ppt/slideLayouts/slideLayout7.xml" Id="Rd302ff5b459d428d" /><Relationship Type="http://schemas.openxmlformats.org/officeDocument/2006/relationships/notesSlide" Target="/ppt/notesSlides/notesSlide12.xml" Id="R5b3ef5ebb04e4c65" /></Relationships>
</file>

<file path=ppt/slides/slide1.xml><?xml version="1.0" encoding="utf-8"?>
<p:sld xmlns:p="http://schemas.openxmlformats.org/presentationml/2006/main">
  <p:cSld>
    <p:spTree>
      <p:nvGrpSpPr>
        <p:cNvPr id="1" name=""/>
        <p:cNvGrpSpPr/>
        <p:nvPr/>
      </p:nvGrpSpPr>
      <p:grpSpPr>
        <a:xfrm xmlns:a="http://schemas.openxmlformats.org/drawingml/2006/main"/>
      </p:grpSpPr>
      <p:sp>
        <p:nvSpPr>
          <p:cNvPr id="2" name="Rectangle 1">
            <a:extLst xmlns:a="http://schemas.openxmlformats.org/drawingml/2006/main">
              <a:ext uri="{FF2B5EF4-FFF2-40B4-BE49-F238E27FC236}">
                <a16:creationId xmlns:a16="http://schemas.microsoft.com/office/drawing/2014/main" id="{8126D548-9CAE-4E7E-BA49-2E30D34D0648}"/>
              </a:ext>
            </a:extLst>
          </p:cNvPr>
          <p:cNvSpPr>
            <a:spLocks xmlns:a="http://schemas.openxmlformats.org/drawingml/2006/main" noGrp="1"/>
          </p:cNvSpPr>
          <p:nvPr/>
        </p:nvSpPr>
        <p:spPr>
          <a:xfrm xmlns:a="http://schemas.openxmlformats.org/drawingml/2006/main">
            <a:off x="0" y="0"/>
            <a:ext cx="12191695" cy="6858000"/>
          </a:xfrm>
          <a:prstGeom xmlns:a="http://schemas.openxmlformats.org/drawingml/2006/main" prst="rect">
            <a:avLst/>
          </a:prstGeom>
          <a:solidFill xmlns:a="http://schemas.openxmlformats.org/drawingml/2006/main">
            <a:srgbClr val="224B2A"/>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Rounded Rectangle 2">
            <a:extLst xmlns:a="http://schemas.openxmlformats.org/drawingml/2006/main">
              <a:ext uri="{FF2B5EF4-FFF2-40B4-BE49-F238E27FC236}">
                <a16:creationId xmlns:a16="http://schemas.microsoft.com/office/drawing/2014/main" id="{460F9B63-A07B-406B-BA6D-1A761C0E2E79}"/>
              </a:ext>
            </a:extLst>
          </p:cNvPr>
          <p:cNvSpPr>
            <a:spLocks xmlns:a="http://schemas.openxmlformats.org/drawingml/2006/main" noGrp="1"/>
          </p:cNvSpPr>
          <p:nvPr/>
        </p:nvSpPr>
        <p:spPr>
          <a:xfrm xmlns:a="http://schemas.openxmlformats.org/drawingml/2006/main">
            <a:off x="0" y="0"/>
            <a:ext cx="12191695" cy="6858000"/>
          </a:xfrm>
          <a:prstGeom xmlns:a="http://schemas.openxmlformats.org/drawingml/2006/main" prst="roundRect">
            <a:avLst>
              <a:gd name="adj" fmla="val 8000"/>
            </a:avLst>
          </a:prstGeom>
          <a:solidFill xmlns:a="http://schemas.openxmlformats.org/drawingml/2006/main">
            <a:srgbClr val="224B2A"/>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Oval 3">
            <a:extLst xmlns:a="http://schemas.openxmlformats.org/drawingml/2006/main">
              <a:ext uri="{FF2B5EF4-FFF2-40B4-BE49-F238E27FC236}">
                <a16:creationId xmlns:a16="http://schemas.microsoft.com/office/drawing/2014/main" id="{F7ADD853-344F-44AC-95CD-E3257DBF4E73}"/>
              </a:ext>
            </a:extLst>
          </p:cNvPr>
          <p:cNvSpPr>
            <a:spLocks xmlns:a="http://schemas.openxmlformats.org/drawingml/2006/main" noGrp="1"/>
          </p:cNvSpPr>
          <p:nvPr/>
        </p:nvSpPr>
        <p:spPr>
          <a:xfrm xmlns:a="http://schemas.openxmlformats.org/drawingml/2006/main">
            <a:off x="8778240" y="-1645920"/>
            <a:ext cx="5120640" cy="5120640"/>
          </a:xfrm>
          <a:prstGeom xmlns:a="http://schemas.openxmlformats.org/drawingml/2006/main" prst="ellipse">
            <a:avLst/>
          </a:prstGeom>
          <a:solidFill xmlns:a="http://schemas.openxmlformats.org/drawingml/2006/main">
            <a:srgbClr val="4C7A3F"/>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5" name="Oval 4">
            <a:extLst xmlns:a="http://schemas.openxmlformats.org/drawingml/2006/main">
              <a:ext uri="{FF2B5EF4-FFF2-40B4-BE49-F238E27FC236}">
                <a16:creationId xmlns:a16="http://schemas.microsoft.com/office/drawing/2014/main" id="{719A591D-8946-4C79-80AA-551A1F205D3F}"/>
              </a:ext>
            </a:extLst>
          </p:cNvPr>
          <p:cNvSpPr>
            <a:spLocks xmlns:a="http://schemas.openxmlformats.org/drawingml/2006/main" noGrp="1"/>
          </p:cNvSpPr>
          <p:nvPr/>
        </p:nvSpPr>
        <p:spPr>
          <a:xfrm xmlns:a="http://schemas.openxmlformats.org/drawingml/2006/main">
            <a:off x="10241280" y="4206240"/>
            <a:ext cx="3291840" cy="3291840"/>
          </a:xfrm>
          <a:prstGeom xmlns:a="http://schemas.openxmlformats.org/drawingml/2006/main" prst="ellipse">
            <a:avLst/>
          </a:prstGeom>
          <a:solidFill xmlns:a="http://schemas.openxmlformats.org/drawingml/2006/main">
            <a:srgbClr val="2C5A33"/>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6" name="TextBox 5">
            <a:extLst xmlns:a="http://schemas.openxmlformats.org/drawingml/2006/main">
              <a:ext uri="{FF2B5EF4-FFF2-40B4-BE49-F238E27FC236}">
                <a16:creationId xmlns:a16="http://schemas.microsoft.com/office/drawing/2014/main" id="{6DAFE58A-F7F6-4DE3-9A69-50ECE83DB917}"/>
              </a:ext>
            </a:extLst>
          </p:cNvPr>
          <p:cNvSpPr>
            <a:spLocks xmlns:a="http://schemas.openxmlformats.org/drawingml/2006/main" noGrp="1"/>
          </p:cNvSpPr>
          <p:nvPr/>
        </p:nvSpPr>
        <p:spPr>
          <a:xfrm xmlns:a="http://schemas.openxmlformats.org/drawingml/2006/main">
            <a:off x="822960" y="2011680"/>
            <a:ext cx="877824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lnSpc>
                <a:spcPct val="100000"/>
              </a:lnSpc>
              <a:spcBef>
                <a:spcPts val="0"/>
              </a:spcBef>
              <a:spcAft>
                <a:spcPts val="400"/>
              </a:spcAft>
              <a:buNone/>
            </a:pPr>
            <a:r>
              <a:rPr sz="1500" b="1">
                <a:solidFill>
                  <a:srgbClr val="8FB36A"/>
                </a:solidFill>
                <a:latin typeface="Calibri"/>
                <a:ea typeface="Calibri"/>
                <a:cs typeface="Calibri"/>
              </a:rPr>
              <a:t>PROJET IoT — BOVINS LAITIERS · McGILL</a:t>
            </a:r>
          </a:p>
        </p:txBody>
      </p:sp>
      <p:sp>
        <p:nvSpPr>
          <p:cNvPr id="7" name="TextBox 6">
            <a:extLst xmlns:a="http://schemas.openxmlformats.org/drawingml/2006/main">
              <a:ext uri="{FF2B5EF4-FFF2-40B4-BE49-F238E27FC236}">
                <a16:creationId xmlns:a16="http://schemas.microsoft.com/office/drawing/2014/main" id="{2847C118-693C-46BB-990E-1977DFF65806}"/>
              </a:ext>
            </a:extLst>
          </p:cNvPr>
          <p:cNvSpPr>
            <a:spLocks xmlns:a="http://schemas.openxmlformats.org/drawingml/2006/main" noGrp="1"/>
          </p:cNvSpPr>
          <p:nvPr/>
        </p:nvSpPr>
        <p:spPr>
          <a:xfrm xmlns:a="http://schemas.openxmlformats.org/drawingml/2006/main">
            <a:off x="822960" y="2377440"/>
            <a:ext cx="10607040" cy="219456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lnSpc>
                <a:spcPct val="106000"/>
              </a:lnSpc>
              <a:spcBef>
                <a:spcPts val="0"/>
              </a:spcBef>
              <a:spcAft>
                <a:spcPts val="400"/>
              </a:spcAft>
              <a:buNone/>
            </a:pPr>
            <a:r>
              <a:rPr sz="3400" b="1">
                <a:solidFill>
                  <a:srgbClr val="FFFFFF"/>
                </a:solidFill>
                <a:latin typeface="Cambria"/>
                <a:ea typeface="Cambria"/>
                <a:cs typeface="Cambria"/>
              </a:rPr>
              <a:t>Analyse intégrée de données IoT,</a:t>
            </a:r>
          </a:p>
          <a:p xmlns:a="http://schemas.openxmlformats.org/drawingml/2006/main">
            <a:pPr algn="l">
              <a:lnSpc>
                <a:spcPct val="106000"/>
              </a:lnSpc>
              <a:spcBef>
                <a:spcPts val="0"/>
              </a:spcBef>
              <a:spcAft>
                <a:spcPts val="400"/>
              </a:spcAft>
              <a:buNone/>
            </a:pPr>
            <a:r>
              <a:rPr sz="3400" b="1">
                <a:solidFill>
                  <a:srgbClr val="FFFFFF"/>
                </a:solidFill>
                <a:latin typeface="Cambria"/>
                <a:ea typeface="Cambria"/>
                <a:cs typeface="Cambria"/>
              </a:rPr>
              <a:t>comportementales et environnementales</a:t>
            </a:r>
          </a:p>
          <a:p xmlns:a="http://schemas.openxmlformats.org/drawingml/2006/main">
            <a:pPr algn="l">
              <a:lnSpc>
                <a:spcPct val="106000"/>
              </a:lnSpc>
              <a:spcBef>
                <a:spcPts val="0"/>
              </a:spcBef>
              <a:spcAft>
                <a:spcPts val="400"/>
              </a:spcAft>
              <a:buNone/>
            </a:pPr>
            <a:r>
              <a:rPr sz="3400" b="1">
                <a:solidFill>
                  <a:srgbClr val="FFFFFF"/>
                </a:solidFill>
                <a:latin typeface="Cambria"/>
                <a:ea typeface="Cambria"/>
                <a:cs typeface="Cambria"/>
              </a:rPr>
              <a:t>en élevage laitier — Point d'avancement</a:t>
            </a:r>
          </a:p>
        </p:txBody>
      </p:sp>
      <p:sp>
        <p:nvSpPr>
          <p:cNvPr id="8" name="TextBox 7">
            <a:extLst xmlns:a="http://schemas.openxmlformats.org/drawingml/2006/main">
              <a:ext uri="{FF2B5EF4-FFF2-40B4-BE49-F238E27FC236}">
                <a16:creationId xmlns:a16="http://schemas.microsoft.com/office/drawing/2014/main" id="{62560AB0-9B80-4527-8B4C-68EF73315FE3}"/>
              </a:ext>
            </a:extLst>
          </p:cNvPr>
          <p:cNvSpPr>
            <a:spLocks xmlns:a="http://schemas.openxmlformats.org/drawingml/2006/main" noGrp="1"/>
          </p:cNvSpPr>
          <p:nvPr/>
        </p:nvSpPr>
        <p:spPr>
          <a:xfrm xmlns:a="http://schemas.openxmlformats.org/drawingml/2006/main">
            <a:off x="822960" y="5349240"/>
            <a:ext cx="1005840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lnSpc>
                <a:spcPct val="100000"/>
              </a:lnSpc>
              <a:spcBef>
                <a:spcPts val="0"/>
              </a:spcBef>
              <a:spcAft>
                <a:spcPts val="400"/>
              </a:spcAft>
              <a:buNone/>
            </a:pPr>
            <a:r>
              <a:rPr sz="1600" b="0">
                <a:solidFill>
                  <a:srgbClr val="8FB36A"/>
                </a:solidFill>
                <a:latin typeface="Calibri"/>
                <a:ea typeface="Calibri"/>
                <a:cs typeface="Calibri"/>
              </a:rPr>
              <a:t>Aliou Barry — UQAM   ·   Projet Well-E (UQAM × McGill)</a:t>
            </a:r>
          </a:p>
        </p:txBody>
      </p:sp>
      <p:sp>
        <p:nvSpPr>
          <p:cNvPr id="9" name="TextBox 8">
            <a:extLst xmlns:a="http://schemas.openxmlformats.org/drawingml/2006/main">
              <a:ext uri="{FF2B5EF4-FFF2-40B4-BE49-F238E27FC236}">
                <a16:creationId xmlns:a16="http://schemas.microsoft.com/office/drawing/2014/main" id="{35217910-25CF-4FA0-9B7C-BB060E78E89B}"/>
              </a:ext>
            </a:extLst>
          </p:cNvPr>
          <p:cNvSpPr>
            <a:spLocks xmlns:a="http://schemas.openxmlformats.org/drawingml/2006/main" noGrp="1"/>
          </p:cNvSpPr>
          <p:nvPr/>
        </p:nvSpPr>
        <p:spPr>
          <a:xfrm xmlns:a="http://schemas.openxmlformats.org/drawingml/2006/main">
            <a:off x="822960" y="6172200"/>
            <a:ext cx="91440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lnSpc>
                <a:spcPct val="100000"/>
              </a:lnSpc>
              <a:spcBef>
                <a:spcPts val="0"/>
              </a:spcBef>
              <a:spcAft>
                <a:spcPts val="400"/>
              </a:spcAft>
              <a:buNone/>
            </a:pPr>
            <a:r>
              <a:rPr sz="1200" b="0">
                <a:solidFill>
                  <a:srgbClr val="B9CFA6"/>
                </a:solidFill>
                <a:latin typeface="Calibri"/>
                <a:ea typeface="Calibri"/>
                <a:cs typeface="Calibri"/>
              </a:rPr>
              <a:t>Travaux réalisés · Objectifs 1 à 3 · Statut Objectif 4</a:t>
            </a:r>
          </a:p>
        </p:txBody>
      </p:sp>
    </p:spTree>
    <p:extLst>
      <p:ext uri="{BB962C8B-B14F-4D97-AF65-F5344CB8AC3E}">
        <p14:creationId xmlns:p14="http://schemas.microsoft.com/office/powerpoint/2010/main" val="501806556"/>
      </p:ext>
    </p:extLst>
  </p:cSld>
</p:sld>
</file>

<file path=ppt/slides/slide2.xml><?xml version="1.0" encoding="utf-8"?>
<p:sld xmlns:p="http://schemas.openxmlformats.org/presentationml/2006/main">
  <p:cSld>
    <p:spTree>
      <p:nvGrpSpPr>
        <p:cNvPr id="1" name=""/>
        <p:cNvGrpSpPr/>
        <p:nvPr/>
      </p:nvGrpSpPr>
      <p:grpSpPr>
        <a:xfrm xmlns:a="http://schemas.openxmlformats.org/drawingml/2006/main"/>
      </p:grpSpPr>
      <p:sp>
        <p:nvSpPr>
          <p:cNvPr id="2" name="Rectangle 1">
            <a:extLst xmlns:a="http://schemas.openxmlformats.org/drawingml/2006/main">
              <a:ext uri="{FF2B5EF4-FFF2-40B4-BE49-F238E27FC236}">
                <a16:creationId xmlns:a16="http://schemas.microsoft.com/office/drawing/2014/main" id="{1E1243E6-2372-4AD5-8C25-C214CF42356B}"/>
              </a:ext>
            </a:extLst>
          </p:cNvPr>
          <p:cNvSpPr>
            <a:spLocks xmlns:a="http://schemas.openxmlformats.org/drawingml/2006/main" noGrp="1"/>
          </p:cNvSpPr>
          <p:nvPr/>
        </p:nvSpPr>
        <p:spPr>
          <a:xfrm xmlns:a="http://schemas.openxmlformats.org/drawingml/2006/main">
            <a:off x="0" y="0"/>
            <a:ext cx="12191695" cy="6858000"/>
          </a:xfrm>
          <a:prstGeom xmlns:a="http://schemas.openxmlformats.org/drawingml/2006/main" prst="rect">
            <a:avLst/>
          </a:prstGeom>
          <a:solidFill xmlns:a="http://schemas.openxmlformats.org/drawingml/2006/main">
            <a:srgbClr val="FFFFFF"/>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Oval 2">
            <a:extLst xmlns:a="http://schemas.openxmlformats.org/drawingml/2006/main">
              <a:ext uri="{FF2B5EF4-FFF2-40B4-BE49-F238E27FC236}">
                <a16:creationId xmlns:a16="http://schemas.microsoft.com/office/drawing/2014/main" id="{4223A747-D06C-4C1A-A46D-988BC3D78970}"/>
              </a:ext>
            </a:extLst>
          </p:cNvPr>
          <p:cNvSpPr>
            <a:spLocks xmlns:a="http://schemas.openxmlformats.org/drawingml/2006/main" noGrp="1"/>
          </p:cNvSpPr>
          <p:nvPr/>
        </p:nvSpPr>
        <p:spPr>
          <a:xfrm xmlns:a="http://schemas.openxmlformats.org/drawingml/2006/main">
            <a:off x="640080" y="566928"/>
            <a:ext cx="548640" cy="548640"/>
          </a:xfrm>
          <a:prstGeom xmlns:a="http://schemas.openxmlformats.org/drawingml/2006/main" prst="ellipse">
            <a:avLst/>
          </a:prstGeom>
          <a:solidFill xmlns:a="http://schemas.openxmlformats.org/drawingml/2006/main">
            <a:srgbClr val="4C7A3F"/>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wrap="none" lIns="0" tIns="0" rIns="0" bIns="0" anchor="ctr"/>
          <a:lstStyle xmlns:a="http://schemas.openxmlformats.org/drawingml/2006/main"/>
          <a:p xmlns:a="http://schemas.openxmlformats.org/drawingml/2006/main">
            <a:pPr algn="ctr">
              <a:buNone/>
            </a:pPr>
            <a:r>
              <a:rPr sz="1800" b="1">
                <a:solidFill>
                  <a:srgbClr val="FFFFFF"/>
                </a:solidFill>
                <a:latin typeface="Cambria"/>
                <a:ea typeface="Cambria"/>
                <a:cs typeface="Cambria"/>
              </a:rPr>
              <a:t>1</a:t>
            </a:r>
          </a:p>
        </p:txBody>
      </p:sp>
      <p:sp>
        <p:nvSpPr>
          <p:cNvPr id="4" name="TextBox 3">
            <a:extLst xmlns:a="http://schemas.openxmlformats.org/drawingml/2006/main">
              <a:ext uri="{FF2B5EF4-FFF2-40B4-BE49-F238E27FC236}">
                <a16:creationId xmlns:a16="http://schemas.microsoft.com/office/drawing/2014/main" id="{C288069A-097A-4A99-BA30-5861D8ECE72C}"/>
              </a:ext>
            </a:extLst>
          </p:cNvPr>
          <p:cNvSpPr>
            <a:spLocks xmlns:a="http://schemas.openxmlformats.org/drawingml/2006/main" noGrp="1"/>
          </p:cNvSpPr>
          <p:nvPr/>
        </p:nvSpPr>
        <p:spPr>
          <a:xfrm xmlns:a="http://schemas.openxmlformats.org/drawingml/2006/main">
            <a:off x="1371600" y="502920"/>
            <a:ext cx="9875520" cy="73152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lnSpc>
                <a:spcPct val="100000"/>
              </a:lnSpc>
              <a:spcBef>
                <a:spcPts val="0"/>
              </a:spcBef>
              <a:spcAft>
                <a:spcPts val="400"/>
              </a:spcAft>
              <a:buNone/>
            </a:pPr>
            <a:r>
              <a:rPr sz="3000" b="1">
                <a:solidFill>
                  <a:srgbClr val="224B2A"/>
                </a:solidFill>
                <a:latin typeface="Cambria"/>
                <a:ea typeface="Cambria"/>
                <a:cs typeface="Cambria"/>
              </a:rPr>
              <a:t>Contexte et objectifs</a:t>
            </a:r>
          </a:p>
        </p:txBody>
      </p:sp>
      <p:sp>
        <p:nvSpPr>
          <p:cNvPr id="5" name="TextBox 4">
            <a:extLst xmlns:a="http://schemas.openxmlformats.org/drawingml/2006/main">
              <a:ext uri="{FF2B5EF4-FFF2-40B4-BE49-F238E27FC236}">
                <a16:creationId xmlns:a16="http://schemas.microsoft.com/office/drawing/2014/main" id="{3B751B08-3B09-4EC1-9BD6-FB3947BF32A6}"/>
              </a:ext>
            </a:extLst>
          </p:cNvPr>
          <p:cNvSpPr>
            <a:spLocks xmlns:a="http://schemas.openxmlformats.org/drawingml/2006/main" noGrp="1"/>
          </p:cNvSpPr>
          <p:nvPr/>
        </p:nvSpPr>
        <p:spPr>
          <a:xfrm xmlns:a="http://schemas.openxmlformats.org/drawingml/2006/main">
            <a:off x="1371600" y="1078992"/>
            <a:ext cx="100584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lnSpc>
                <a:spcPct val="100000"/>
              </a:lnSpc>
              <a:spcBef>
                <a:spcPts val="0"/>
              </a:spcBef>
              <a:spcAft>
                <a:spcPts val="400"/>
              </a:spcAft>
              <a:buNone/>
            </a:pPr>
            <a:r>
              <a:rPr sz="1400" b="0">
                <a:solidFill>
                  <a:srgbClr val="6A766C"/>
                </a:solidFill>
                <a:latin typeface="Calibri"/>
                <a:ea typeface="Calibri"/>
                <a:cs typeface="Calibri"/>
              </a:rPr>
              <a:t>Statement of Work — 1er juin au 31 août 2026</a:t>
            </a:r>
          </a:p>
        </p:txBody>
      </p:sp>
      <p:sp>
        <p:nvSpPr>
          <p:cNvPr id="6" name="Rounded Rectangle 5">
            <a:extLst xmlns:a="http://schemas.openxmlformats.org/drawingml/2006/main">
              <a:ext uri="{FF2B5EF4-FFF2-40B4-BE49-F238E27FC236}">
                <a16:creationId xmlns:a16="http://schemas.microsoft.com/office/drawing/2014/main" id="{3F40AAEE-8A13-4D1D-92F7-B2865E83AED8}"/>
              </a:ext>
            </a:extLst>
          </p:cNvPr>
          <p:cNvSpPr>
            <a:spLocks xmlns:a="http://schemas.openxmlformats.org/drawingml/2006/main" noGrp="1"/>
          </p:cNvSpPr>
          <p:nvPr/>
        </p:nvSpPr>
        <p:spPr>
          <a:xfrm xmlns:a="http://schemas.openxmlformats.org/drawingml/2006/main">
            <a:off x="640080" y="1600200"/>
            <a:ext cx="10881360" cy="1024128"/>
          </a:xfrm>
          <a:prstGeom xmlns:a="http://schemas.openxmlformats.org/drawingml/2006/main" prst="roundRect">
            <a:avLst>
              <a:gd name="adj" fmla="val 10000"/>
            </a:avLst>
          </a:prstGeom>
          <a:solidFill xmlns:a="http://schemas.openxmlformats.org/drawingml/2006/main">
            <a:srgbClr val="F3F6EF"/>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7" name="Oval 6">
            <a:extLst xmlns:a="http://schemas.openxmlformats.org/drawingml/2006/main">
              <a:ext uri="{FF2B5EF4-FFF2-40B4-BE49-F238E27FC236}">
                <a16:creationId xmlns:a16="http://schemas.microsoft.com/office/drawing/2014/main" id="{234B6615-3A2C-4CDD-A1F2-DC4067495EB3}"/>
              </a:ext>
            </a:extLst>
          </p:cNvPr>
          <p:cNvSpPr>
            <a:spLocks xmlns:a="http://schemas.openxmlformats.org/drawingml/2006/main" noGrp="1"/>
          </p:cNvSpPr>
          <p:nvPr/>
        </p:nvSpPr>
        <p:spPr>
          <a:xfrm xmlns:a="http://schemas.openxmlformats.org/drawingml/2006/main">
            <a:off x="868680" y="1874519"/>
            <a:ext cx="475488" cy="475488"/>
          </a:xfrm>
          <a:prstGeom xmlns:a="http://schemas.openxmlformats.org/drawingml/2006/main" prst="ellipse">
            <a:avLst/>
          </a:prstGeom>
          <a:solidFill xmlns:a="http://schemas.openxmlformats.org/drawingml/2006/main">
            <a:srgbClr val="4C7A3F"/>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wrap="none" lIns="0" tIns="0" rIns="0" bIns="0" anchor="ctr"/>
          <a:lstStyle xmlns:a="http://schemas.openxmlformats.org/drawingml/2006/main"/>
          <a:p xmlns:a="http://schemas.openxmlformats.org/drawingml/2006/main">
            <a:pPr algn="ctr">
              <a:buNone/>
            </a:pPr>
            <a:r>
              <a:rPr sz="1800" b="1">
                <a:solidFill>
                  <a:srgbClr val="FFFFFF"/>
                </a:solidFill>
                <a:latin typeface="Cambria"/>
                <a:ea typeface="Cambria"/>
                <a:cs typeface="Cambria"/>
              </a:rPr>
              <a:t>1</a:t>
            </a:r>
          </a:p>
        </p:txBody>
      </p:sp>
      <p:sp>
        <p:nvSpPr>
          <p:cNvPr id="8" name="TextBox 7">
            <a:extLst xmlns:a="http://schemas.openxmlformats.org/drawingml/2006/main">
              <a:ext uri="{FF2B5EF4-FFF2-40B4-BE49-F238E27FC236}">
                <a16:creationId xmlns:a16="http://schemas.microsoft.com/office/drawing/2014/main" id="{23805602-ECBE-411F-ACF1-E79EF71ACDD5}"/>
              </a:ext>
            </a:extLst>
          </p:cNvPr>
          <p:cNvSpPr>
            <a:spLocks xmlns:a="http://schemas.openxmlformats.org/drawingml/2006/main" noGrp="1"/>
          </p:cNvSpPr>
          <p:nvPr/>
        </p:nvSpPr>
        <p:spPr>
          <a:xfrm xmlns:a="http://schemas.openxmlformats.org/drawingml/2006/main">
            <a:off x="1600200" y="1746504"/>
            <a:ext cx="7863840" cy="822960"/>
          </a:xfrm>
          <a:prstGeom xmlns:a="http://schemas.openxmlformats.org/drawingml/2006/main" prst="rect">
            <a:avLst/>
          </a:prstGeom>
          <a:noFill xmlns:a="http://schemas.openxmlformats.org/drawingml/2006/main"/>
        </p:spPr>
        <p:txBody>
          <a:bodyPr xmlns:a="http://schemas.openxmlformats.org/drawingml/2006/main" wrap="square" lIns="0" tIns="0" rIns="0" bIns="0" anchor="ctr">
            <a:spAutoFit/>
          </a:bodyPr>
          <a:lstStyle xmlns:a="http://schemas.openxmlformats.org/drawingml/2006/main"/>
          <a:p xmlns:a="http://schemas.openxmlformats.org/drawingml/2006/main">
            <a:pPr algn="l">
              <a:lnSpc>
                <a:spcPct val="100000"/>
              </a:lnSpc>
              <a:spcBef>
                <a:spcPts val="0"/>
              </a:spcBef>
              <a:spcAft>
                <a:spcPts val="400"/>
              </a:spcAft>
              <a:buNone/>
            </a:pPr>
            <a:r>
              <a:rPr sz="1600" b="1">
                <a:solidFill>
                  <a:srgbClr val="224B2A"/>
                </a:solidFill>
                <a:latin typeface="Calibri"/>
                <a:ea typeface="Calibri"/>
                <a:cs typeface="Calibri"/>
              </a:rPr>
              <a:t>Objectif 1 — </a:t>
            </a:r>
            <a:r>
              <a:rPr sz="1600" b="0">
                <a:solidFill>
                  <a:srgbClr val="202A22"/>
                </a:solidFill>
                <a:latin typeface="Calibri"/>
                <a:ea typeface="Calibri"/>
                <a:cs typeface="Calibri"/>
              </a:rPr>
              <a:t>Appliquer et évaluer le pipeline de détection de boiterie sur les données IoT</a:t>
            </a:r>
          </a:p>
        </p:txBody>
      </p:sp>
      <p:sp>
        <p:nvSpPr>
          <p:cNvPr id="9" name="Rounded Rectangle 8">
            <a:extLst xmlns:a="http://schemas.openxmlformats.org/drawingml/2006/main">
              <a:ext uri="{FF2B5EF4-FFF2-40B4-BE49-F238E27FC236}">
                <a16:creationId xmlns:a16="http://schemas.microsoft.com/office/drawing/2014/main" id="{F335721D-7278-47C2-BD48-BB7BEE71B9BA}"/>
              </a:ext>
            </a:extLst>
          </p:cNvPr>
          <p:cNvSpPr>
            <a:spLocks xmlns:a="http://schemas.openxmlformats.org/drawingml/2006/main" noGrp="1"/>
          </p:cNvSpPr>
          <p:nvPr/>
        </p:nvSpPr>
        <p:spPr>
          <a:xfrm xmlns:a="http://schemas.openxmlformats.org/drawingml/2006/main">
            <a:off x="9829800" y="1892807"/>
            <a:ext cx="1417320" cy="438912"/>
          </a:xfrm>
          <a:prstGeom xmlns:a="http://schemas.openxmlformats.org/drawingml/2006/main" prst="roundRect">
            <a:avLst>
              <a:gd name="adj" fmla="val 35000"/>
            </a:avLst>
          </a:prstGeom>
          <a:solidFill xmlns:a="http://schemas.openxmlformats.org/drawingml/2006/main">
            <a:srgbClr val="8FB36A"/>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0" name="TextBox 9">
            <a:extLst xmlns:a="http://schemas.openxmlformats.org/drawingml/2006/main">
              <a:ext uri="{FF2B5EF4-FFF2-40B4-BE49-F238E27FC236}">
                <a16:creationId xmlns:a16="http://schemas.microsoft.com/office/drawing/2014/main" id="{EECD7A10-7471-4D21-B7AB-010B9416AEBD}"/>
              </a:ext>
            </a:extLst>
          </p:cNvPr>
          <p:cNvSpPr>
            <a:spLocks xmlns:a="http://schemas.openxmlformats.org/drawingml/2006/main" noGrp="1"/>
          </p:cNvSpPr>
          <p:nvPr/>
        </p:nvSpPr>
        <p:spPr>
          <a:xfrm xmlns:a="http://schemas.openxmlformats.org/drawingml/2006/main">
            <a:off x="9829800" y="1892807"/>
            <a:ext cx="1417320" cy="438912"/>
          </a:xfrm>
          <a:prstGeom xmlns:a="http://schemas.openxmlformats.org/drawingml/2006/main" prst="rect">
            <a:avLst/>
          </a:prstGeom>
          <a:noFill xmlns:a="http://schemas.openxmlformats.org/drawingml/2006/main"/>
        </p:spPr>
        <p:txBody>
          <a:bodyPr xmlns:a="http://schemas.openxmlformats.org/drawingml/2006/main" wrap="square" lIns="0" tIns="0" rIns="0" bIns="0" anchor="ctr">
            <a:spAutoFit/>
          </a:bodyPr>
          <a:lstStyle xmlns:a="http://schemas.openxmlformats.org/drawingml/2006/main"/>
          <a:p xmlns:a="http://schemas.openxmlformats.org/drawingml/2006/main">
            <a:pPr algn="ctr">
              <a:lnSpc>
                <a:spcPct val="100000"/>
              </a:lnSpc>
              <a:spcBef>
                <a:spcPts val="0"/>
              </a:spcBef>
              <a:spcAft>
                <a:spcPts val="400"/>
              </a:spcAft>
              <a:buNone/>
            </a:pPr>
            <a:r>
              <a:rPr sz="1300" b="1">
                <a:solidFill>
                  <a:srgbClr val="FFFFFF"/>
                </a:solidFill>
                <a:latin typeface="Calibri"/>
                <a:ea typeface="Calibri"/>
                <a:cs typeface="Calibri"/>
              </a:rPr>
              <a:t>Juin</a:t>
            </a:r>
          </a:p>
        </p:txBody>
      </p:sp>
      <p:sp>
        <p:nvSpPr>
          <p:cNvPr id="11" name="Rounded Rectangle 10">
            <a:extLst xmlns:a="http://schemas.openxmlformats.org/drawingml/2006/main">
              <a:ext uri="{FF2B5EF4-FFF2-40B4-BE49-F238E27FC236}">
                <a16:creationId xmlns:a16="http://schemas.microsoft.com/office/drawing/2014/main" id="{515182E1-7007-4945-8297-849884AFBF23}"/>
              </a:ext>
            </a:extLst>
          </p:cNvPr>
          <p:cNvSpPr>
            <a:spLocks xmlns:a="http://schemas.openxmlformats.org/drawingml/2006/main" noGrp="1"/>
          </p:cNvSpPr>
          <p:nvPr/>
        </p:nvSpPr>
        <p:spPr>
          <a:xfrm xmlns:a="http://schemas.openxmlformats.org/drawingml/2006/main">
            <a:off x="640080" y="2770632"/>
            <a:ext cx="10881360" cy="1024128"/>
          </a:xfrm>
          <a:prstGeom xmlns:a="http://schemas.openxmlformats.org/drawingml/2006/main" prst="roundRect">
            <a:avLst>
              <a:gd name="adj" fmla="val 10000"/>
            </a:avLst>
          </a:prstGeom>
          <a:solidFill xmlns:a="http://schemas.openxmlformats.org/drawingml/2006/main">
            <a:srgbClr val="F3F6EF"/>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2" name="Oval 11">
            <a:extLst xmlns:a="http://schemas.openxmlformats.org/drawingml/2006/main">
              <a:ext uri="{FF2B5EF4-FFF2-40B4-BE49-F238E27FC236}">
                <a16:creationId xmlns:a16="http://schemas.microsoft.com/office/drawing/2014/main" id="{63A059D9-0732-4767-8E02-56A25A4BED8F}"/>
              </a:ext>
            </a:extLst>
          </p:cNvPr>
          <p:cNvSpPr>
            <a:spLocks xmlns:a="http://schemas.openxmlformats.org/drawingml/2006/main" noGrp="1"/>
          </p:cNvSpPr>
          <p:nvPr/>
        </p:nvSpPr>
        <p:spPr>
          <a:xfrm xmlns:a="http://schemas.openxmlformats.org/drawingml/2006/main">
            <a:off x="868680" y="3044952"/>
            <a:ext cx="475488" cy="475488"/>
          </a:xfrm>
          <a:prstGeom xmlns:a="http://schemas.openxmlformats.org/drawingml/2006/main" prst="ellipse">
            <a:avLst/>
          </a:prstGeom>
          <a:solidFill xmlns:a="http://schemas.openxmlformats.org/drawingml/2006/main">
            <a:srgbClr val="4C7A3F"/>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wrap="none" lIns="0" tIns="0" rIns="0" bIns="0" anchor="ctr"/>
          <a:lstStyle xmlns:a="http://schemas.openxmlformats.org/drawingml/2006/main"/>
          <a:p xmlns:a="http://schemas.openxmlformats.org/drawingml/2006/main">
            <a:pPr algn="ctr">
              <a:buNone/>
            </a:pPr>
            <a:r>
              <a:rPr sz="1800" b="1">
                <a:solidFill>
                  <a:srgbClr val="FFFFFF"/>
                </a:solidFill>
                <a:latin typeface="Cambria"/>
                <a:ea typeface="Cambria"/>
                <a:cs typeface="Cambria"/>
              </a:rPr>
              <a:t>2</a:t>
            </a:r>
          </a:p>
        </p:txBody>
      </p:sp>
      <p:sp>
        <p:nvSpPr>
          <p:cNvPr id="13" name="TextBox 12">
            <a:extLst xmlns:a="http://schemas.openxmlformats.org/drawingml/2006/main">
              <a:ext uri="{FF2B5EF4-FFF2-40B4-BE49-F238E27FC236}">
                <a16:creationId xmlns:a16="http://schemas.microsoft.com/office/drawing/2014/main" id="{9D82409F-0EE4-41AF-AE69-4195918136CB}"/>
              </a:ext>
            </a:extLst>
          </p:cNvPr>
          <p:cNvSpPr>
            <a:spLocks xmlns:a="http://schemas.openxmlformats.org/drawingml/2006/main" noGrp="1"/>
          </p:cNvSpPr>
          <p:nvPr/>
        </p:nvSpPr>
        <p:spPr>
          <a:xfrm xmlns:a="http://schemas.openxmlformats.org/drawingml/2006/main">
            <a:off x="1600200" y="2916936"/>
            <a:ext cx="7863840" cy="822960"/>
          </a:xfrm>
          <a:prstGeom xmlns:a="http://schemas.openxmlformats.org/drawingml/2006/main" prst="rect">
            <a:avLst/>
          </a:prstGeom>
          <a:noFill xmlns:a="http://schemas.openxmlformats.org/drawingml/2006/main"/>
        </p:spPr>
        <p:txBody>
          <a:bodyPr xmlns:a="http://schemas.openxmlformats.org/drawingml/2006/main" wrap="square" lIns="0" tIns="0" rIns="0" bIns="0" anchor="ctr">
            <a:spAutoFit/>
          </a:bodyPr>
          <a:lstStyle xmlns:a="http://schemas.openxmlformats.org/drawingml/2006/main"/>
          <a:p xmlns:a="http://schemas.openxmlformats.org/drawingml/2006/main">
            <a:pPr algn="l">
              <a:lnSpc>
                <a:spcPct val="100000"/>
              </a:lnSpc>
              <a:spcBef>
                <a:spcPts val="0"/>
              </a:spcBef>
              <a:spcAft>
                <a:spcPts val="400"/>
              </a:spcAft>
              <a:buNone/>
            </a:pPr>
            <a:r>
              <a:rPr sz="1600" b="1">
                <a:solidFill>
                  <a:srgbClr val="224B2A"/>
                </a:solidFill>
                <a:latin typeface="Calibri"/>
                <a:ea typeface="Calibri"/>
                <a:cs typeface="Calibri"/>
              </a:rPr>
              <a:t>Objectif 2 — </a:t>
            </a:r>
            <a:r>
              <a:rPr sz="1600" b="0">
                <a:solidFill>
                  <a:srgbClr val="202A22"/>
                </a:solidFill>
                <a:latin typeface="Calibri"/>
                <a:ea typeface="Calibri"/>
                <a:cs typeface="Calibri"/>
              </a:rPr>
              <a:t>Analyser la relation entre conditions environnementales et comportement</a:t>
            </a:r>
          </a:p>
        </p:txBody>
      </p:sp>
      <p:sp>
        <p:nvSpPr>
          <p:cNvPr id="14" name="Rounded Rectangle 13">
            <a:extLst xmlns:a="http://schemas.openxmlformats.org/drawingml/2006/main">
              <a:ext uri="{FF2B5EF4-FFF2-40B4-BE49-F238E27FC236}">
                <a16:creationId xmlns:a16="http://schemas.microsoft.com/office/drawing/2014/main" id="{03F9544B-13B1-40A6-9B73-FDFC60B05015}"/>
              </a:ext>
            </a:extLst>
          </p:cNvPr>
          <p:cNvSpPr>
            <a:spLocks xmlns:a="http://schemas.openxmlformats.org/drawingml/2006/main" noGrp="1"/>
          </p:cNvSpPr>
          <p:nvPr/>
        </p:nvSpPr>
        <p:spPr>
          <a:xfrm xmlns:a="http://schemas.openxmlformats.org/drawingml/2006/main">
            <a:off x="9829800" y="3063240"/>
            <a:ext cx="1417320" cy="438912"/>
          </a:xfrm>
          <a:prstGeom xmlns:a="http://schemas.openxmlformats.org/drawingml/2006/main" prst="roundRect">
            <a:avLst>
              <a:gd name="adj" fmla="val 35000"/>
            </a:avLst>
          </a:prstGeom>
          <a:solidFill xmlns:a="http://schemas.openxmlformats.org/drawingml/2006/main">
            <a:srgbClr val="8FB36A"/>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5" name="TextBox 14">
            <a:extLst xmlns:a="http://schemas.openxmlformats.org/drawingml/2006/main">
              <a:ext uri="{FF2B5EF4-FFF2-40B4-BE49-F238E27FC236}">
                <a16:creationId xmlns:a16="http://schemas.microsoft.com/office/drawing/2014/main" id="{38BDD1FE-C028-4E39-89DF-027F95909E62}"/>
              </a:ext>
            </a:extLst>
          </p:cNvPr>
          <p:cNvSpPr>
            <a:spLocks xmlns:a="http://schemas.openxmlformats.org/drawingml/2006/main" noGrp="1"/>
          </p:cNvSpPr>
          <p:nvPr/>
        </p:nvSpPr>
        <p:spPr>
          <a:xfrm xmlns:a="http://schemas.openxmlformats.org/drawingml/2006/main">
            <a:off x="9829800" y="3063240"/>
            <a:ext cx="1417320" cy="438912"/>
          </a:xfrm>
          <a:prstGeom xmlns:a="http://schemas.openxmlformats.org/drawingml/2006/main" prst="rect">
            <a:avLst/>
          </a:prstGeom>
          <a:noFill xmlns:a="http://schemas.openxmlformats.org/drawingml/2006/main"/>
        </p:spPr>
        <p:txBody>
          <a:bodyPr xmlns:a="http://schemas.openxmlformats.org/drawingml/2006/main" wrap="square" lIns="0" tIns="0" rIns="0" bIns="0" anchor="ctr">
            <a:spAutoFit/>
          </a:bodyPr>
          <a:lstStyle xmlns:a="http://schemas.openxmlformats.org/drawingml/2006/main"/>
          <a:p xmlns:a="http://schemas.openxmlformats.org/drawingml/2006/main">
            <a:pPr algn="ctr">
              <a:lnSpc>
                <a:spcPct val="100000"/>
              </a:lnSpc>
              <a:spcBef>
                <a:spcPts val="0"/>
              </a:spcBef>
              <a:spcAft>
                <a:spcPts val="400"/>
              </a:spcAft>
              <a:buNone/>
            </a:pPr>
            <a:r>
              <a:rPr sz="1300" b="1">
                <a:solidFill>
                  <a:srgbClr val="FFFFFF"/>
                </a:solidFill>
                <a:latin typeface="Calibri"/>
                <a:ea typeface="Calibri"/>
                <a:cs typeface="Calibri"/>
              </a:rPr>
              <a:t>Juillet</a:t>
            </a:r>
          </a:p>
        </p:txBody>
      </p:sp>
      <p:sp>
        <p:nvSpPr>
          <p:cNvPr id="16" name="Rounded Rectangle 15">
            <a:extLst xmlns:a="http://schemas.openxmlformats.org/drawingml/2006/main">
              <a:ext uri="{FF2B5EF4-FFF2-40B4-BE49-F238E27FC236}">
                <a16:creationId xmlns:a16="http://schemas.microsoft.com/office/drawing/2014/main" id="{B5349377-BBE6-4049-BBBF-112D58B1ED96}"/>
              </a:ext>
            </a:extLst>
          </p:cNvPr>
          <p:cNvSpPr>
            <a:spLocks xmlns:a="http://schemas.openxmlformats.org/drawingml/2006/main" noGrp="1"/>
          </p:cNvSpPr>
          <p:nvPr/>
        </p:nvSpPr>
        <p:spPr>
          <a:xfrm xmlns:a="http://schemas.openxmlformats.org/drawingml/2006/main">
            <a:off x="640080" y="3941064"/>
            <a:ext cx="10881360" cy="1024128"/>
          </a:xfrm>
          <a:prstGeom xmlns:a="http://schemas.openxmlformats.org/drawingml/2006/main" prst="roundRect">
            <a:avLst>
              <a:gd name="adj" fmla="val 10000"/>
            </a:avLst>
          </a:prstGeom>
          <a:solidFill xmlns:a="http://schemas.openxmlformats.org/drawingml/2006/main">
            <a:srgbClr val="F3F6EF"/>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7" name="Oval 16">
            <a:extLst xmlns:a="http://schemas.openxmlformats.org/drawingml/2006/main">
              <a:ext uri="{FF2B5EF4-FFF2-40B4-BE49-F238E27FC236}">
                <a16:creationId xmlns:a16="http://schemas.microsoft.com/office/drawing/2014/main" id="{8C53DBD1-C88C-44A9-8A3B-DB86630A33C9}"/>
              </a:ext>
            </a:extLst>
          </p:cNvPr>
          <p:cNvSpPr>
            <a:spLocks xmlns:a="http://schemas.openxmlformats.org/drawingml/2006/main" noGrp="1"/>
          </p:cNvSpPr>
          <p:nvPr/>
        </p:nvSpPr>
        <p:spPr>
          <a:xfrm xmlns:a="http://schemas.openxmlformats.org/drawingml/2006/main">
            <a:off x="868680" y="4215384"/>
            <a:ext cx="475488" cy="475488"/>
          </a:xfrm>
          <a:prstGeom xmlns:a="http://schemas.openxmlformats.org/drawingml/2006/main" prst="ellipse">
            <a:avLst/>
          </a:prstGeom>
          <a:solidFill xmlns:a="http://schemas.openxmlformats.org/drawingml/2006/main">
            <a:srgbClr val="4C7A3F"/>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wrap="none" lIns="0" tIns="0" rIns="0" bIns="0" anchor="ctr"/>
          <a:lstStyle xmlns:a="http://schemas.openxmlformats.org/drawingml/2006/main"/>
          <a:p xmlns:a="http://schemas.openxmlformats.org/drawingml/2006/main">
            <a:pPr algn="ctr">
              <a:buNone/>
            </a:pPr>
            <a:r>
              <a:rPr sz="1800" b="1">
                <a:solidFill>
                  <a:srgbClr val="FFFFFF"/>
                </a:solidFill>
                <a:latin typeface="Cambria"/>
                <a:ea typeface="Cambria"/>
                <a:cs typeface="Cambria"/>
              </a:rPr>
              <a:t>3</a:t>
            </a:r>
          </a:p>
        </p:txBody>
      </p:sp>
      <p:sp>
        <p:nvSpPr>
          <p:cNvPr id="18" name="TextBox 17">
            <a:extLst xmlns:a="http://schemas.openxmlformats.org/drawingml/2006/main">
              <a:ext uri="{FF2B5EF4-FFF2-40B4-BE49-F238E27FC236}">
                <a16:creationId xmlns:a16="http://schemas.microsoft.com/office/drawing/2014/main" id="{3AF96DF1-F215-4216-9776-387E7DBDCE81}"/>
              </a:ext>
            </a:extLst>
          </p:cNvPr>
          <p:cNvSpPr>
            <a:spLocks xmlns:a="http://schemas.openxmlformats.org/drawingml/2006/main" noGrp="1"/>
          </p:cNvSpPr>
          <p:nvPr/>
        </p:nvSpPr>
        <p:spPr>
          <a:xfrm xmlns:a="http://schemas.openxmlformats.org/drawingml/2006/main">
            <a:off x="1600200" y="4087368"/>
            <a:ext cx="7863840" cy="822960"/>
          </a:xfrm>
          <a:prstGeom xmlns:a="http://schemas.openxmlformats.org/drawingml/2006/main" prst="rect">
            <a:avLst/>
          </a:prstGeom>
          <a:noFill xmlns:a="http://schemas.openxmlformats.org/drawingml/2006/main"/>
        </p:spPr>
        <p:txBody>
          <a:bodyPr xmlns:a="http://schemas.openxmlformats.org/drawingml/2006/main" wrap="square" lIns="0" tIns="0" rIns="0" bIns="0" anchor="ctr">
            <a:spAutoFit/>
          </a:bodyPr>
          <a:lstStyle xmlns:a="http://schemas.openxmlformats.org/drawingml/2006/main"/>
          <a:p xmlns:a="http://schemas.openxmlformats.org/drawingml/2006/main">
            <a:pPr algn="l">
              <a:lnSpc>
                <a:spcPct val="100000"/>
              </a:lnSpc>
              <a:spcBef>
                <a:spcPts val="0"/>
              </a:spcBef>
              <a:spcAft>
                <a:spcPts val="400"/>
              </a:spcAft>
              <a:buNone/>
            </a:pPr>
            <a:r>
              <a:rPr sz="1600" b="1">
                <a:solidFill>
                  <a:srgbClr val="224B2A"/>
                </a:solidFill>
                <a:latin typeface="Calibri"/>
                <a:ea typeface="Calibri"/>
                <a:cs typeface="Calibri"/>
              </a:rPr>
              <a:t>Objectif 3 — </a:t>
            </a:r>
            <a:r>
              <a:rPr sz="1600" b="0">
                <a:solidFill>
                  <a:srgbClr val="202A22"/>
                </a:solidFill>
                <a:latin typeface="Calibri"/>
                <a:ea typeface="Calibri"/>
                <a:cs typeface="Calibri"/>
              </a:rPr>
              <a:t>Développer un notebook de démonstration IoT</a:t>
            </a:r>
          </a:p>
        </p:txBody>
      </p:sp>
      <p:sp>
        <p:nvSpPr>
          <p:cNvPr id="19" name="Rounded Rectangle 18">
            <a:extLst xmlns:a="http://schemas.openxmlformats.org/drawingml/2006/main">
              <a:ext uri="{FF2B5EF4-FFF2-40B4-BE49-F238E27FC236}">
                <a16:creationId xmlns:a16="http://schemas.microsoft.com/office/drawing/2014/main" id="{06113145-41CC-4455-AB43-AB4543D1E628}"/>
              </a:ext>
            </a:extLst>
          </p:cNvPr>
          <p:cNvSpPr>
            <a:spLocks xmlns:a="http://schemas.openxmlformats.org/drawingml/2006/main" noGrp="1"/>
          </p:cNvSpPr>
          <p:nvPr/>
        </p:nvSpPr>
        <p:spPr>
          <a:xfrm xmlns:a="http://schemas.openxmlformats.org/drawingml/2006/main">
            <a:off x="9829800" y="4233672"/>
            <a:ext cx="1417320" cy="438912"/>
          </a:xfrm>
          <a:prstGeom xmlns:a="http://schemas.openxmlformats.org/drawingml/2006/main" prst="roundRect">
            <a:avLst>
              <a:gd name="adj" fmla="val 35000"/>
            </a:avLst>
          </a:prstGeom>
          <a:solidFill xmlns:a="http://schemas.openxmlformats.org/drawingml/2006/main">
            <a:srgbClr val="8FB36A"/>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0" name="TextBox 19">
            <a:extLst xmlns:a="http://schemas.openxmlformats.org/drawingml/2006/main">
              <a:ext uri="{FF2B5EF4-FFF2-40B4-BE49-F238E27FC236}">
                <a16:creationId xmlns:a16="http://schemas.microsoft.com/office/drawing/2014/main" id="{2C0F12C7-7CBC-4B4B-B832-582A61AE6E45}"/>
              </a:ext>
            </a:extLst>
          </p:cNvPr>
          <p:cNvSpPr>
            <a:spLocks xmlns:a="http://schemas.openxmlformats.org/drawingml/2006/main" noGrp="1"/>
          </p:cNvSpPr>
          <p:nvPr/>
        </p:nvSpPr>
        <p:spPr>
          <a:xfrm xmlns:a="http://schemas.openxmlformats.org/drawingml/2006/main">
            <a:off x="9829800" y="4233672"/>
            <a:ext cx="1417320" cy="438912"/>
          </a:xfrm>
          <a:prstGeom xmlns:a="http://schemas.openxmlformats.org/drawingml/2006/main" prst="rect">
            <a:avLst/>
          </a:prstGeom>
          <a:noFill xmlns:a="http://schemas.openxmlformats.org/drawingml/2006/main"/>
        </p:spPr>
        <p:txBody>
          <a:bodyPr xmlns:a="http://schemas.openxmlformats.org/drawingml/2006/main" wrap="square" lIns="0" tIns="0" rIns="0" bIns="0" anchor="ctr">
            <a:spAutoFit/>
          </a:bodyPr>
          <a:lstStyle xmlns:a="http://schemas.openxmlformats.org/drawingml/2006/main"/>
          <a:p xmlns:a="http://schemas.openxmlformats.org/drawingml/2006/main">
            <a:pPr algn="ctr">
              <a:lnSpc>
                <a:spcPct val="100000"/>
              </a:lnSpc>
              <a:spcBef>
                <a:spcPts val="0"/>
              </a:spcBef>
              <a:spcAft>
                <a:spcPts val="400"/>
              </a:spcAft>
              <a:buNone/>
            </a:pPr>
            <a:r>
              <a:rPr sz="1300" b="1">
                <a:solidFill>
                  <a:srgbClr val="FFFFFF"/>
                </a:solidFill>
                <a:latin typeface="Calibri"/>
                <a:ea typeface="Calibri"/>
                <a:cs typeface="Calibri"/>
              </a:rPr>
              <a:t>Août</a:t>
            </a:r>
          </a:p>
        </p:txBody>
      </p:sp>
      <p:sp>
        <p:nvSpPr>
          <p:cNvPr id="21" name="Rounded Rectangle 20">
            <a:extLst xmlns:a="http://schemas.openxmlformats.org/drawingml/2006/main">
              <a:ext uri="{FF2B5EF4-FFF2-40B4-BE49-F238E27FC236}">
                <a16:creationId xmlns:a16="http://schemas.microsoft.com/office/drawing/2014/main" id="{FFEDE646-C32C-40FE-8A7D-5C6542B36954}"/>
              </a:ext>
            </a:extLst>
          </p:cNvPr>
          <p:cNvSpPr>
            <a:spLocks xmlns:a="http://schemas.openxmlformats.org/drawingml/2006/main" noGrp="1"/>
          </p:cNvSpPr>
          <p:nvPr/>
        </p:nvSpPr>
        <p:spPr>
          <a:xfrm xmlns:a="http://schemas.openxmlformats.org/drawingml/2006/main">
            <a:off x="640080" y="5111496"/>
            <a:ext cx="10881360" cy="1024128"/>
          </a:xfrm>
          <a:prstGeom xmlns:a="http://schemas.openxmlformats.org/drawingml/2006/main" prst="roundRect">
            <a:avLst>
              <a:gd name="adj" fmla="val 10000"/>
            </a:avLst>
          </a:prstGeom>
          <a:solidFill xmlns:a="http://schemas.openxmlformats.org/drawingml/2006/main">
            <a:srgbClr val="F3F6EF"/>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2" name="Oval 21">
            <a:extLst xmlns:a="http://schemas.openxmlformats.org/drawingml/2006/main">
              <a:ext uri="{FF2B5EF4-FFF2-40B4-BE49-F238E27FC236}">
                <a16:creationId xmlns:a16="http://schemas.microsoft.com/office/drawing/2014/main" id="{0C2C49E3-4BDE-4223-9F44-B6AED76FBB77}"/>
              </a:ext>
            </a:extLst>
          </p:cNvPr>
          <p:cNvSpPr>
            <a:spLocks xmlns:a="http://schemas.openxmlformats.org/drawingml/2006/main" noGrp="1"/>
          </p:cNvSpPr>
          <p:nvPr/>
        </p:nvSpPr>
        <p:spPr>
          <a:xfrm xmlns:a="http://schemas.openxmlformats.org/drawingml/2006/main">
            <a:off x="868680" y="5385816"/>
            <a:ext cx="475488" cy="475488"/>
          </a:xfrm>
          <a:prstGeom xmlns:a="http://schemas.openxmlformats.org/drawingml/2006/main" prst="ellipse">
            <a:avLst/>
          </a:prstGeom>
          <a:solidFill xmlns:a="http://schemas.openxmlformats.org/drawingml/2006/main">
            <a:srgbClr val="C07A2B"/>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wrap="none" lIns="0" tIns="0" rIns="0" bIns="0" anchor="ctr"/>
          <a:lstStyle xmlns:a="http://schemas.openxmlformats.org/drawingml/2006/main"/>
          <a:p xmlns:a="http://schemas.openxmlformats.org/drawingml/2006/main">
            <a:pPr algn="ctr">
              <a:buNone/>
            </a:pPr>
            <a:r>
              <a:rPr sz="1800" b="1">
                <a:solidFill>
                  <a:srgbClr val="FFFFFF"/>
                </a:solidFill>
                <a:latin typeface="Cambria"/>
                <a:ea typeface="Cambria"/>
                <a:cs typeface="Cambria"/>
              </a:rPr>
              <a:t>4</a:t>
            </a:r>
          </a:p>
        </p:txBody>
      </p:sp>
      <p:sp>
        <p:nvSpPr>
          <p:cNvPr id="23" name="TextBox 22">
            <a:extLst xmlns:a="http://schemas.openxmlformats.org/drawingml/2006/main">
              <a:ext uri="{FF2B5EF4-FFF2-40B4-BE49-F238E27FC236}">
                <a16:creationId xmlns:a16="http://schemas.microsoft.com/office/drawing/2014/main" id="{4E99BB42-92E9-4F81-9614-6A8295106BA6}"/>
              </a:ext>
            </a:extLst>
          </p:cNvPr>
          <p:cNvSpPr>
            <a:spLocks xmlns:a="http://schemas.openxmlformats.org/drawingml/2006/main" noGrp="1"/>
          </p:cNvSpPr>
          <p:nvPr/>
        </p:nvSpPr>
        <p:spPr>
          <a:xfrm xmlns:a="http://schemas.openxmlformats.org/drawingml/2006/main">
            <a:off x="1600200" y="5257800"/>
            <a:ext cx="7863840" cy="822960"/>
          </a:xfrm>
          <a:prstGeom xmlns:a="http://schemas.openxmlformats.org/drawingml/2006/main" prst="rect">
            <a:avLst/>
          </a:prstGeom>
          <a:noFill xmlns:a="http://schemas.openxmlformats.org/drawingml/2006/main"/>
        </p:spPr>
        <p:txBody>
          <a:bodyPr xmlns:a="http://schemas.openxmlformats.org/drawingml/2006/main" wrap="square" lIns="0" tIns="0" rIns="0" bIns="0" anchor="ctr">
            <a:spAutoFit/>
          </a:bodyPr>
          <a:lstStyle xmlns:a="http://schemas.openxmlformats.org/drawingml/2006/main"/>
          <a:p xmlns:a="http://schemas.openxmlformats.org/drawingml/2006/main">
            <a:pPr algn="l">
              <a:lnSpc>
                <a:spcPct val="100000"/>
              </a:lnSpc>
              <a:spcBef>
                <a:spcPts val="0"/>
              </a:spcBef>
              <a:spcAft>
                <a:spcPts val="400"/>
              </a:spcAft>
              <a:buNone/>
            </a:pPr>
            <a:r>
              <a:rPr sz="1600" b="1">
                <a:solidFill>
                  <a:srgbClr val="224B2A"/>
                </a:solidFill>
                <a:latin typeface="Calibri"/>
                <a:ea typeface="Calibri"/>
                <a:cs typeface="Calibri"/>
              </a:rPr>
              <a:t>Objectif 4 — </a:t>
            </a:r>
            <a:r>
              <a:rPr sz="1600" b="0">
                <a:solidFill>
                  <a:srgbClr val="202A22"/>
                </a:solidFill>
                <a:latin typeface="Calibri"/>
                <a:ea typeface="Calibri"/>
                <a:cs typeface="Calibri"/>
              </a:rPr>
              <a:t>Support technique aux boîtes à outils WELL-E</a:t>
            </a:r>
          </a:p>
        </p:txBody>
      </p:sp>
      <p:sp>
        <p:nvSpPr>
          <p:cNvPr id="24" name="Rounded Rectangle 23">
            <a:extLst xmlns:a="http://schemas.openxmlformats.org/drawingml/2006/main">
              <a:ext uri="{FF2B5EF4-FFF2-40B4-BE49-F238E27FC236}">
                <a16:creationId xmlns:a16="http://schemas.microsoft.com/office/drawing/2014/main" id="{6FFBB9FB-405E-476D-9DB2-DD8762BBC8B7}"/>
              </a:ext>
            </a:extLst>
          </p:cNvPr>
          <p:cNvSpPr>
            <a:spLocks xmlns:a="http://schemas.openxmlformats.org/drawingml/2006/main" noGrp="1"/>
          </p:cNvSpPr>
          <p:nvPr/>
        </p:nvSpPr>
        <p:spPr>
          <a:xfrm xmlns:a="http://schemas.openxmlformats.org/drawingml/2006/main">
            <a:off x="9829800" y="5404104"/>
            <a:ext cx="1417320" cy="438912"/>
          </a:xfrm>
          <a:prstGeom xmlns:a="http://schemas.openxmlformats.org/drawingml/2006/main" prst="roundRect">
            <a:avLst>
              <a:gd name="adj" fmla="val 35000"/>
            </a:avLst>
          </a:prstGeom>
          <a:solidFill xmlns:a="http://schemas.openxmlformats.org/drawingml/2006/main">
            <a:srgbClr val="C07A2B"/>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5" name="TextBox 24">
            <a:extLst xmlns:a="http://schemas.openxmlformats.org/drawingml/2006/main">
              <a:ext uri="{FF2B5EF4-FFF2-40B4-BE49-F238E27FC236}">
                <a16:creationId xmlns:a16="http://schemas.microsoft.com/office/drawing/2014/main" id="{391D5211-F1AB-4B18-B5B5-3A0D2551E903}"/>
              </a:ext>
            </a:extLst>
          </p:cNvPr>
          <p:cNvSpPr>
            <a:spLocks xmlns:a="http://schemas.openxmlformats.org/drawingml/2006/main" noGrp="1"/>
          </p:cNvSpPr>
          <p:nvPr/>
        </p:nvSpPr>
        <p:spPr>
          <a:xfrm xmlns:a="http://schemas.openxmlformats.org/drawingml/2006/main">
            <a:off x="9829800" y="5404104"/>
            <a:ext cx="1417320" cy="438912"/>
          </a:xfrm>
          <a:prstGeom xmlns:a="http://schemas.openxmlformats.org/drawingml/2006/main" prst="rect">
            <a:avLst/>
          </a:prstGeom>
          <a:noFill xmlns:a="http://schemas.openxmlformats.org/drawingml/2006/main"/>
        </p:spPr>
        <p:txBody>
          <a:bodyPr xmlns:a="http://schemas.openxmlformats.org/drawingml/2006/main" wrap="square" lIns="0" tIns="0" rIns="0" bIns="0" anchor="ctr">
            <a:spAutoFit/>
          </a:bodyPr>
          <a:lstStyle xmlns:a="http://schemas.openxmlformats.org/drawingml/2006/main"/>
          <a:p xmlns:a="http://schemas.openxmlformats.org/drawingml/2006/main">
            <a:pPr algn="ctr">
              <a:lnSpc>
                <a:spcPct val="100000"/>
              </a:lnSpc>
              <a:spcBef>
                <a:spcPts val="0"/>
              </a:spcBef>
              <a:spcAft>
                <a:spcPts val="400"/>
              </a:spcAft>
              <a:buNone/>
            </a:pPr>
            <a:r>
              <a:rPr sz="1300" b="1">
                <a:solidFill>
                  <a:srgbClr val="FFFFFF"/>
                </a:solidFill>
                <a:latin typeface="Calibri"/>
                <a:ea typeface="Calibri"/>
                <a:cs typeface="Calibri"/>
              </a:rPr>
              <a:t>Fin août</a:t>
            </a:r>
          </a:p>
        </p:txBody>
      </p:sp>
    </p:spTree>
    <p:extLst>
      <p:ext uri="{BB962C8B-B14F-4D97-AF65-F5344CB8AC3E}">
        <p14:creationId xmlns:p14="http://schemas.microsoft.com/office/powerpoint/2010/main" val="373794236"/>
      </p:ext>
    </p:extLst>
  </p:cSld>
</p:sld>
</file>

<file path=ppt/slides/slide3.xml><?xml version="1.0" encoding="utf-8"?>
<p:sld xmlns:p="http://schemas.openxmlformats.org/presentationml/2006/main">
  <p:cSld>
    <p:spTree>
      <p:nvGrpSpPr>
        <p:cNvPr id="1" name=""/>
        <p:cNvGrpSpPr/>
        <p:nvPr/>
      </p:nvGrpSpPr>
      <p:grpSpPr>
        <a:xfrm xmlns:a="http://schemas.openxmlformats.org/drawingml/2006/main"/>
      </p:grpSpPr>
      <p:sp>
        <p:nvSpPr>
          <p:cNvPr id="2" name="Rectangle 1">
            <a:extLst xmlns:a="http://schemas.openxmlformats.org/drawingml/2006/main">
              <a:ext uri="{FF2B5EF4-FFF2-40B4-BE49-F238E27FC236}">
                <a16:creationId xmlns:a16="http://schemas.microsoft.com/office/drawing/2014/main" id="{2426F8E4-7DAF-4DE9-9AC0-78586F2110FF}"/>
              </a:ext>
            </a:extLst>
          </p:cNvPr>
          <p:cNvSpPr>
            <a:spLocks xmlns:a="http://schemas.openxmlformats.org/drawingml/2006/main" noGrp="1"/>
          </p:cNvSpPr>
          <p:nvPr/>
        </p:nvSpPr>
        <p:spPr>
          <a:xfrm xmlns:a="http://schemas.openxmlformats.org/drawingml/2006/main">
            <a:off x="0" y="0"/>
            <a:ext cx="12191695" cy="6858000"/>
          </a:xfrm>
          <a:prstGeom xmlns:a="http://schemas.openxmlformats.org/drawingml/2006/main" prst="rect">
            <a:avLst/>
          </a:prstGeom>
          <a:solidFill xmlns:a="http://schemas.openxmlformats.org/drawingml/2006/main">
            <a:srgbClr val="FFFFFF"/>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Oval 2">
            <a:extLst xmlns:a="http://schemas.openxmlformats.org/drawingml/2006/main">
              <a:ext uri="{FF2B5EF4-FFF2-40B4-BE49-F238E27FC236}">
                <a16:creationId xmlns:a16="http://schemas.microsoft.com/office/drawing/2014/main" id="{8589A904-6961-42CD-9DAF-3F44F17F4E1D}"/>
              </a:ext>
            </a:extLst>
          </p:cNvPr>
          <p:cNvSpPr>
            <a:spLocks xmlns:a="http://schemas.openxmlformats.org/drawingml/2006/main" noGrp="1"/>
          </p:cNvSpPr>
          <p:nvPr/>
        </p:nvSpPr>
        <p:spPr>
          <a:xfrm xmlns:a="http://schemas.openxmlformats.org/drawingml/2006/main">
            <a:off x="640080" y="566928"/>
            <a:ext cx="548640" cy="548640"/>
          </a:xfrm>
          <a:prstGeom xmlns:a="http://schemas.openxmlformats.org/drawingml/2006/main" prst="ellipse">
            <a:avLst/>
          </a:prstGeom>
          <a:solidFill xmlns:a="http://schemas.openxmlformats.org/drawingml/2006/main">
            <a:srgbClr val="4C7A3F"/>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wrap="none" lIns="0" tIns="0" rIns="0" bIns="0" anchor="ctr"/>
          <a:lstStyle xmlns:a="http://schemas.openxmlformats.org/drawingml/2006/main"/>
          <a:p xmlns:a="http://schemas.openxmlformats.org/drawingml/2006/main">
            <a:pPr algn="ctr">
              <a:buNone/>
            </a:pPr>
            <a:r>
              <a:rPr sz="1800" b="1">
                <a:solidFill>
                  <a:srgbClr val="FFFFFF"/>
                </a:solidFill>
                <a:latin typeface="Cambria"/>
                <a:ea typeface="Cambria"/>
                <a:cs typeface="Cambria"/>
              </a:rPr>
              <a:t>2</a:t>
            </a:r>
          </a:p>
        </p:txBody>
      </p:sp>
      <p:sp>
        <p:nvSpPr>
          <p:cNvPr id="4" name="TextBox 3">
            <a:extLst xmlns:a="http://schemas.openxmlformats.org/drawingml/2006/main">
              <a:ext uri="{FF2B5EF4-FFF2-40B4-BE49-F238E27FC236}">
                <a16:creationId xmlns:a16="http://schemas.microsoft.com/office/drawing/2014/main" id="{906EB9CC-AE5C-4EBF-8487-8E52F45921D5}"/>
              </a:ext>
            </a:extLst>
          </p:cNvPr>
          <p:cNvSpPr>
            <a:spLocks xmlns:a="http://schemas.openxmlformats.org/drawingml/2006/main" noGrp="1"/>
          </p:cNvSpPr>
          <p:nvPr/>
        </p:nvSpPr>
        <p:spPr>
          <a:xfrm xmlns:a="http://schemas.openxmlformats.org/drawingml/2006/main">
            <a:off x="1371600" y="502920"/>
            <a:ext cx="9875520" cy="73152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lnSpc>
                <a:spcPct val="100000"/>
              </a:lnSpc>
              <a:spcBef>
                <a:spcPts val="0"/>
              </a:spcBef>
              <a:spcAft>
                <a:spcPts val="400"/>
              </a:spcAft>
              <a:buNone/>
            </a:pPr>
            <a:r>
              <a:rPr sz="3000" b="1">
                <a:solidFill>
                  <a:srgbClr val="224B2A"/>
                </a:solidFill>
                <a:latin typeface="Cambria"/>
                <a:ea typeface="Cambria"/>
                <a:cs typeface="Cambria"/>
              </a:rPr>
              <a:t>Les données du corpus McGill</a:t>
            </a:r>
          </a:p>
        </p:txBody>
      </p:sp>
      <p:sp>
        <p:nvSpPr>
          <p:cNvPr id="5" name="TextBox 4">
            <a:extLst xmlns:a="http://schemas.openxmlformats.org/drawingml/2006/main">
              <a:ext uri="{FF2B5EF4-FFF2-40B4-BE49-F238E27FC236}">
                <a16:creationId xmlns:a16="http://schemas.microsoft.com/office/drawing/2014/main" id="{B2344E28-CF14-4792-A5C0-3FB559796E82}"/>
              </a:ext>
            </a:extLst>
          </p:cNvPr>
          <p:cNvSpPr>
            <a:spLocks xmlns:a="http://schemas.openxmlformats.org/drawingml/2006/main" noGrp="1"/>
          </p:cNvSpPr>
          <p:nvPr/>
        </p:nvSpPr>
        <p:spPr>
          <a:xfrm xmlns:a="http://schemas.openxmlformats.org/drawingml/2006/main">
            <a:off x="1371600" y="1078992"/>
            <a:ext cx="100584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lnSpc>
                <a:spcPct val="100000"/>
              </a:lnSpc>
              <a:spcBef>
                <a:spcPts val="0"/>
              </a:spcBef>
              <a:spcAft>
                <a:spcPts val="400"/>
              </a:spcAft>
              <a:buNone/>
            </a:pPr>
            <a:r>
              <a:rPr sz="1400" b="0">
                <a:solidFill>
                  <a:srgbClr val="6A766C"/>
                </a:solidFill>
                <a:latin typeface="Calibri"/>
                <a:ea typeface="Calibri"/>
                <a:cs typeface="Calibri"/>
              </a:rPr>
              <a:t>Quatre essais · capteurs IceTag (activité) + HOBO (environnement)</a:t>
            </a:r>
          </a:p>
        </p:txBody>
      </p:sp>
      <p:sp>
        <p:nvSpPr>
          <p:cNvPr id="6" name="Rounded Rectangle 5">
            <a:extLst xmlns:a="http://schemas.openxmlformats.org/drawingml/2006/main">
              <a:ext uri="{FF2B5EF4-FFF2-40B4-BE49-F238E27FC236}">
                <a16:creationId xmlns:a16="http://schemas.microsoft.com/office/drawing/2014/main" id="{7D88EFF7-E4E0-4622-9BA0-FD64ADF2716D}"/>
              </a:ext>
            </a:extLst>
          </p:cNvPr>
          <p:cNvSpPr>
            <a:spLocks xmlns:a="http://schemas.openxmlformats.org/drawingml/2006/main" noGrp="1"/>
          </p:cNvSpPr>
          <p:nvPr/>
        </p:nvSpPr>
        <p:spPr>
          <a:xfrm xmlns:a="http://schemas.openxmlformats.org/drawingml/2006/main">
            <a:off x="640080" y="1691640"/>
            <a:ext cx="5257800" cy="1371600"/>
          </a:xfrm>
          <a:prstGeom xmlns:a="http://schemas.openxmlformats.org/drawingml/2006/main" prst="roundRect">
            <a:avLst>
              <a:gd name="adj" fmla="val 9000"/>
            </a:avLst>
          </a:prstGeom>
          <a:solidFill xmlns:a="http://schemas.openxmlformats.org/drawingml/2006/main">
            <a:srgbClr val="FFFFFF"/>
          </a:solidFill>
          <a:ln xmlns:a="http://schemas.openxmlformats.org/drawingml/2006/main" w="19050">
            <a:solidFill>
              <a:srgbClr val="8FB36A"/>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7" name="TextBox 6">
            <a:extLst xmlns:a="http://schemas.openxmlformats.org/drawingml/2006/main">
              <a:ext uri="{FF2B5EF4-FFF2-40B4-BE49-F238E27FC236}">
                <a16:creationId xmlns:a16="http://schemas.microsoft.com/office/drawing/2014/main" id="{25005CC2-56D9-499A-A9F1-6FDE8B783D05}"/>
              </a:ext>
            </a:extLst>
          </p:cNvPr>
          <p:cNvSpPr>
            <a:spLocks xmlns:a="http://schemas.openxmlformats.org/drawingml/2006/main" noGrp="1"/>
          </p:cNvSpPr>
          <p:nvPr/>
        </p:nvSpPr>
        <p:spPr>
          <a:xfrm xmlns:a="http://schemas.openxmlformats.org/drawingml/2006/main">
            <a:off x="960119" y="1892808"/>
            <a:ext cx="457200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lnSpc>
                <a:spcPct val="100000"/>
              </a:lnSpc>
              <a:spcBef>
                <a:spcPts val="0"/>
              </a:spcBef>
              <a:spcAft>
                <a:spcPts val="400"/>
              </a:spcAft>
              <a:buNone/>
            </a:pPr>
            <a:r>
              <a:rPr sz="2000" b="1">
                <a:solidFill>
                  <a:srgbClr val="224B2A"/>
                </a:solidFill>
                <a:latin typeface="Cambria"/>
                <a:ea typeface="Cambria"/>
                <a:cs typeface="Cambria"/>
              </a:rPr>
              <a:t>Fall 2019</a:t>
            </a:r>
          </a:p>
        </p:txBody>
      </p:sp>
      <p:sp>
        <p:nvSpPr>
          <p:cNvPr id="8" name="TextBox 7">
            <a:extLst xmlns:a="http://schemas.openxmlformats.org/drawingml/2006/main">
              <a:ext uri="{FF2B5EF4-FFF2-40B4-BE49-F238E27FC236}">
                <a16:creationId xmlns:a16="http://schemas.microsoft.com/office/drawing/2014/main" id="{9749F416-46B6-4C06-8B19-BA75C257DFAF}"/>
              </a:ext>
            </a:extLst>
          </p:cNvPr>
          <p:cNvSpPr>
            <a:spLocks xmlns:a="http://schemas.openxmlformats.org/drawingml/2006/main" noGrp="1"/>
          </p:cNvSpPr>
          <p:nvPr/>
        </p:nvSpPr>
        <p:spPr>
          <a:xfrm xmlns:a="http://schemas.openxmlformats.org/drawingml/2006/main">
            <a:off x="960119" y="2404872"/>
            <a:ext cx="45720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lnSpc>
                <a:spcPct val="100000"/>
              </a:lnSpc>
              <a:spcBef>
                <a:spcPts val="0"/>
              </a:spcBef>
              <a:spcAft>
                <a:spcPts val="400"/>
              </a:spcAft>
              <a:buNone/>
            </a:pPr>
            <a:r>
              <a:rPr sz="1400" b="0">
                <a:solidFill>
                  <a:srgbClr val="6A766C"/>
                </a:solidFill>
                <a:latin typeface="Calibri"/>
                <a:ea typeface="Calibri"/>
                <a:cs typeface="Calibri"/>
              </a:rPr>
              <a:t>30 vaches   ·   nov–déc 2019</a:t>
            </a:r>
          </a:p>
        </p:txBody>
      </p:sp>
      <p:sp>
        <p:nvSpPr>
          <p:cNvPr id="9" name="Rounded Rectangle 8">
            <a:extLst xmlns:a="http://schemas.openxmlformats.org/drawingml/2006/main">
              <a:ext uri="{FF2B5EF4-FFF2-40B4-BE49-F238E27FC236}">
                <a16:creationId xmlns:a16="http://schemas.microsoft.com/office/drawing/2014/main" id="{564C179C-43F1-469B-A04C-1A101DE8C3C8}"/>
              </a:ext>
            </a:extLst>
          </p:cNvPr>
          <p:cNvSpPr>
            <a:spLocks xmlns:a="http://schemas.openxmlformats.org/drawingml/2006/main" noGrp="1"/>
          </p:cNvSpPr>
          <p:nvPr/>
        </p:nvSpPr>
        <p:spPr>
          <a:xfrm xmlns:a="http://schemas.openxmlformats.org/drawingml/2006/main">
            <a:off x="6172200" y="1691640"/>
            <a:ext cx="5257800" cy="1371600"/>
          </a:xfrm>
          <a:prstGeom xmlns:a="http://schemas.openxmlformats.org/drawingml/2006/main" prst="roundRect">
            <a:avLst>
              <a:gd name="adj" fmla="val 9000"/>
            </a:avLst>
          </a:prstGeom>
          <a:solidFill xmlns:a="http://schemas.openxmlformats.org/drawingml/2006/main">
            <a:srgbClr val="FFFFFF"/>
          </a:solidFill>
          <a:ln xmlns:a="http://schemas.openxmlformats.org/drawingml/2006/main" w="19050">
            <a:solidFill>
              <a:srgbClr val="8FB36A"/>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0" name="TextBox 9">
            <a:extLst xmlns:a="http://schemas.openxmlformats.org/drawingml/2006/main">
              <a:ext uri="{FF2B5EF4-FFF2-40B4-BE49-F238E27FC236}">
                <a16:creationId xmlns:a16="http://schemas.microsoft.com/office/drawing/2014/main" id="{DCACBFEC-519B-484E-B066-C221B56BF2DF}"/>
              </a:ext>
            </a:extLst>
          </p:cNvPr>
          <p:cNvSpPr>
            <a:spLocks xmlns:a="http://schemas.openxmlformats.org/drawingml/2006/main" noGrp="1"/>
          </p:cNvSpPr>
          <p:nvPr/>
        </p:nvSpPr>
        <p:spPr>
          <a:xfrm xmlns:a="http://schemas.openxmlformats.org/drawingml/2006/main">
            <a:off x="6492240" y="1892808"/>
            <a:ext cx="457200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lnSpc>
                <a:spcPct val="100000"/>
              </a:lnSpc>
              <a:spcBef>
                <a:spcPts val="0"/>
              </a:spcBef>
              <a:spcAft>
                <a:spcPts val="400"/>
              </a:spcAft>
              <a:buNone/>
            </a:pPr>
            <a:r>
              <a:rPr sz="2000" b="1">
                <a:solidFill>
                  <a:srgbClr val="224B2A"/>
                </a:solidFill>
                <a:latin typeface="Cambria"/>
                <a:ea typeface="Cambria"/>
                <a:cs typeface="Cambria"/>
              </a:rPr>
              <a:t>Summer 2019</a:t>
            </a:r>
          </a:p>
        </p:txBody>
      </p:sp>
      <p:sp>
        <p:nvSpPr>
          <p:cNvPr id="11" name="TextBox 10">
            <a:extLst xmlns:a="http://schemas.openxmlformats.org/drawingml/2006/main">
              <a:ext uri="{FF2B5EF4-FFF2-40B4-BE49-F238E27FC236}">
                <a16:creationId xmlns:a16="http://schemas.microsoft.com/office/drawing/2014/main" id="{FEFD2B1D-DC51-441F-BC38-046101498C6D}"/>
              </a:ext>
            </a:extLst>
          </p:cNvPr>
          <p:cNvSpPr>
            <a:spLocks xmlns:a="http://schemas.openxmlformats.org/drawingml/2006/main" noGrp="1"/>
          </p:cNvSpPr>
          <p:nvPr/>
        </p:nvSpPr>
        <p:spPr>
          <a:xfrm xmlns:a="http://schemas.openxmlformats.org/drawingml/2006/main">
            <a:off x="6492240" y="2404872"/>
            <a:ext cx="45720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lnSpc>
                <a:spcPct val="100000"/>
              </a:lnSpc>
              <a:spcBef>
                <a:spcPts val="0"/>
              </a:spcBef>
              <a:spcAft>
                <a:spcPts val="400"/>
              </a:spcAft>
              <a:buNone/>
            </a:pPr>
            <a:r>
              <a:rPr sz="1400" b="0">
                <a:solidFill>
                  <a:srgbClr val="6A766C"/>
                </a:solidFill>
                <a:latin typeface="Calibri"/>
                <a:ea typeface="Calibri"/>
                <a:cs typeface="Calibri"/>
              </a:rPr>
              <a:t>18 vaches   ·   juin–sept 2019</a:t>
            </a:r>
          </a:p>
        </p:txBody>
      </p:sp>
      <p:sp>
        <p:nvSpPr>
          <p:cNvPr id="12" name="Rounded Rectangle 11">
            <a:extLst xmlns:a="http://schemas.openxmlformats.org/drawingml/2006/main">
              <a:ext uri="{FF2B5EF4-FFF2-40B4-BE49-F238E27FC236}">
                <a16:creationId xmlns:a16="http://schemas.microsoft.com/office/drawing/2014/main" id="{1C071B08-B585-47D3-89E9-6C64E0D26A52}"/>
              </a:ext>
            </a:extLst>
          </p:cNvPr>
          <p:cNvSpPr>
            <a:spLocks xmlns:a="http://schemas.openxmlformats.org/drawingml/2006/main" noGrp="1"/>
          </p:cNvSpPr>
          <p:nvPr/>
        </p:nvSpPr>
        <p:spPr>
          <a:xfrm xmlns:a="http://schemas.openxmlformats.org/drawingml/2006/main">
            <a:off x="640080" y="3291840"/>
            <a:ext cx="5257800" cy="1371600"/>
          </a:xfrm>
          <a:prstGeom xmlns:a="http://schemas.openxmlformats.org/drawingml/2006/main" prst="roundRect">
            <a:avLst>
              <a:gd name="adj" fmla="val 9000"/>
            </a:avLst>
          </a:prstGeom>
          <a:solidFill xmlns:a="http://schemas.openxmlformats.org/drawingml/2006/main">
            <a:srgbClr val="FFFFFF"/>
          </a:solidFill>
          <a:ln xmlns:a="http://schemas.openxmlformats.org/drawingml/2006/main" w="19050">
            <a:solidFill>
              <a:srgbClr val="8FB36A"/>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3" name="TextBox 12">
            <a:extLst xmlns:a="http://schemas.openxmlformats.org/drawingml/2006/main">
              <a:ext uri="{FF2B5EF4-FFF2-40B4-BE49-F238E27FC236}">
                <a16:creationId xmlns:a16="http://schemas.microsoft.com/office/drawing/2014/main" id="{0D11FE4D-928B-4537-B858-40AB467DD60C}"/>
              </a:ext>
            </a:extLst>
          </p:cNvPr>
          <p:cNvSpPr>
            <a:spLocks xmlns:a="http://schemas.openxmlformats.org/drawingml/2006/main" noGrp="1"/>
          </p:cNvSpPr>
          <p:nvPr/>
        </p:nvSpPr>
        <p:spPr>
          <a:xfrm xmlns:a="http://schemas.openxmlformats.org/drawingml/2006/main">
            <a:off x="960119" y="3493008"/>
            <a:ext cx="457200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lnSpc>
                <a:spcPct val="100000"/>
              </a:lnSpc>
              <a:spcBef>
                <a:spcPts val="0"/>
              </a:spcBef>
              <a:spcAft>
                <a:spcPts val="400"/>
              </a:spcAft>
              <a:buNone/>
            </a:pPr>
            <a:r>
              <a:rPr sz="2000" b="1">
                <a:solidFill>
                  <a:srgbClr val="224B2A"/>
                </a:solidFill>
                <a:latin typeface="Cambria"/>
                <a:ea typeface="Cambria"/>
                <a:cs typeface="Cambria"/>
              </a:rPr>
              <a:t>Winter 2019</a:t>
            </a:r>
          </a:p>
        </p:txBody>
      </p:sp>
      <p:sp>
        <p:nvSpPr>
          <p:cNvPr id="14" name="TextBox 13">
            <a:extLst xmlns:a="http://schemas.openxmlformats.org/drawingml/2006/main">
              <a:ext uri="{FF2B5EF4-FFF2-40B4-BE49-F238E27FC236}">
                <a16:creationId xmlns:a16="http://schemas.microsoft.com/office/drawing/2014/main" id="{7B2952A6-C45C-452A-B896-98AD45F723E7}"/>
              </a:ext>
            </a:extLst>
          </p:cNvPr>
          <p:cNvSpPr>
            <a:spLocks xmlns:a="http://schemas.openxmlformats.org/drawingml/2006/main" noGrp="1"/>
          </p:cNvSpPr>
          <p:nvPr/>
        </p:nvSpPr>
        <p:spPr>
          <a:xfrm xmlns:a="http://schemas.openxmlformats.org/drawingml/2006/main">
            <a:off x="960119" y="4005072"/>
            <a:ext cx="45720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lnSpc>
                <a:spcPct val="100000"/>
              </a:lnSpc>
              <a:spcBef>
                <a:spcPts val="0"/>
              </a:spcBef>
              <a:spcAft>
                <a:spcPts val="400"/>
              </a:spcAft>
              <a:buNone/>
            </a:pPr>
            <a:r>
              <a:rPr sz="1400" b="0">
                <a:solidFill>
                  <a:srgbClr val="6A766C"/>
                </a:solidFill>
                <a:latin typeface="Calibri"/>
                <a:ea typeface="Calibri"/>
                <a:cs typeface="Calibri"/>
              </a:rPr>
              <a:t>17 vaches   ·   janv–avr 2019</a:t>
            </a:r>
          </a:p>
        </p:txBody>
      </p:sp>
      <p:sp>
        <p:nvSpPr>
          <p:cNvPr id="15" name="Rounded Rectangle 14">
            <a:extLst xmlns:a="http://schemas.openxmlformats.org/drawingml/2006/main">
              <a:ext uri="{FF2B5EF4-FFF2-40B4-BE49-F238E27FC236}">
                <a16:creationId xmlns:a16="http://schemas.microsoft.com/office/drawing/2014/main" id="{9E0DD721-C21C-4481-B8E2-E364EC478C2D}"/>
              </a:ext>
            </a:extLst>
          </p:cNvPr>
          <p:cNvSpPr>
            <a:spLocks xmlns:a="http://schemas.openxmlformats.org/drawingml/2006/main" noGrp="1"/>
          </p:cNvSpPr>
          <p:nvPr/>
        </p:nvSpPr>
        <p:spPr>
          <a:xfrm xmlns:a="http://schemas.openxmlformats.org/drawingml/2006/main">
            <a:off x="6172200" y="3291840"/>
            <a:ext cx="5257800" cy="1371600"/>
          </a:xfrm>
          <a:prstGeom xmlns:a="http://schemas.openxmlformats.org/drawingml/2006/main" prst="roundRect">
            <a:avLst>
              <a:gd name="adj" fmla="val 9000"/>
            </a:avLst>
          </a:prstGeom>
          <a:solidFill xmlns:a="http://schemas.openxmlformats.org/drawingml/2006/main">
            <a:srgbClr val="FFFFFF"/>
          </a:solidFill>
          <a:ln xmlns:a="http://schemas.openxmlformats.org/drawingml/2006/main" w="19050">
            <a:solidFill>
              <a:srgbClr val="8FB36A"/>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6" name="TextBox 15">
            <a:extLst xmlns:a="http://schemas.openxmlformats.org/drawingml/2006/main">
              <a:ext uri="{FF2B5EF4-FFF2-40B4-BE49-F238E27FC236}">
                <a16:creationId xmlns:a16="http://schemas.microsoft.com/office/drawing/2014/main" id="{76695E43-3EDB-4C4F-881F-8E0D454B3477}"/>
              </a:ext>
            </a:extLst>
          </p:cNvPr>
          <p:cNvSpPr>
            <a:spLocks xmlns:a="http://schemas.openxmlformats.org/drawingml/2006/main" noGrp="1"/>
          </p:cNvSpPr>
          <p:nvPr/>
        </p:nvSpPr>
        <p:spPr>
          <a:xfrm xmlns:a="http://schemas.openxmlformats.org/drawingml/2006/main">
            <a:off x="6492240" y="3493008"/>
            <a:ext cx="457200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lnSpc>
                <a:spcPct val="100000"/>
              </a:lnSpc>
              <a:spcBef>
                <a:spcPts val="0"/>
              </a:spcBef>
              <a:spcAft>
                <a:spcPts val="400"/>
              </a:spcAft>
              <a:buNone/>
            </a:pPr>
            <a:r>
              <a:rPr sz="2000" b="1">
                <a:solidFill>
                  <a:srgbClr val="224B2A"/>
                </a:solidFill>
                <a:latin typeface="Cambria"/>
                <a:ea typeface="Cambria"/>
                <a:cs typeface="Cambria"/>
              </a:rPr>
              <a:t>Fall 2021</a:t>
            </a:r>
          </a:p>
        </p:txBody>
      </p:sp>
      <p:sp>
        <p:nvSpPr>
          <p:cNvPr id="17" name="TextBox 16">
            <a:extLst xmlns:a="http://schemas.openxmlformats.org/drawingml/2006/main">
              <a:ext uri="{FF2B5EF4-FFF2-40B4-BE49-F238E27FC236}">
                <a16:creationId xmlns:a16="http://schemas.microsoft.com/office/drawing/2014/main" id="{DE7DFB6D-147E-41B6-8011-C4B7D05CA53A}"/>
              </a:ext>
            </a:extLst>
          </p:cNvPr>
          <p:cNvSpPr>
            <a:spLocks xmlns:a="http://schemas.openxmlformats.org/drawingml/2006/main" noGrp="1"/>
          </p:cNvSpPr>
          <p:nvPr/>
        </p:nvSpPr>
        <p:spPr>
          <a:xfrm xmlns:a="http://schemas.openxmlformats.org/drawingml/2006/main">
            <a:off x="6492240" y="4005072"/>
            <a:ext cx="45720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lnSpc>
                <a:spcPct val="100000"/>
              </a:lnSpc>
              <a:spcBef>
                <a:spcPts val="0"/>
              </a:spcBef>
              <a:spcAft>
                <a:spcPts val="400"/>
              </a:spcAft>
              <a:buNone/>
            </a:pPr>
            <a:r>
              <a:rPr sz="1400" b="0">
                <a:solidFill>
                  <a:srgbClr val="6A766C"/>
                </a:solidFill>
                <a:latin typeface="Calibri"/>
                <a:ea typeface="Calibri"/>
                <a:cs typeface="Calibri"/>
              </a:rPr>
              <a:t>10 vaches   ·   30 nov–6 déc 2021</a:t>
            </a:r>
          </a:p>
        </p:txBody>
      </p:sp>
      <p:sp>
        <p:nvSpPr>
          <p:cNvPr id="18" name="Rounded Rectangle 17">
            <a:extLst xmlns:a="http://schemas.openxmlformats.org/drawingml/2006/main">
              <a:ext uri="{FF2B5EF4-FFF2-40B4-BE49-F238E27FC236}">
                <a16:creationId xmlns:a16="http://schemas.microsoft.com/office/drawing/2014/main" id="{2E9DA44B-6F40-4D9F-B33B-3F9FC66B793C}"/>
              </a:ext>
            </a:extLst>
          </p:cNvPr>
          <p:cNvSpPr>
            <a:spLocks xmlns:a="http://schemas.openxmlformats.org/drawingml/2006/main" noGrp="1"/>
          </p:cNvSpPr>
          <p:nvPr/>
        </p:nvSpPr>
        <p:spPr>
          <a:xfrm xmlns:a="http://schemas.openxmlformats.org/drawingml/2006/main">
            <a:off x="640080" y="5029200"/>
            <a:ext cx="10881360" cy="1234440"/>
          </a:xfrm>
          <a:prstGeom xmlns:a="http://schemas.openxmlformats.org/drawingml/2006/main" prst="roundRect">
            <a:avLst>
              <a:gd name="adj" fmla="val 8000"/>
            </a:avLst>
          </a:prstGeom>
          <a:solidFill xmlns:a="http://schemas.openxmlformats.org/drawingml/2006/main">
            <a:srgbClr val="224B2A"/>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9" name="TextBox 18">
            <a:extLst xmlns:a="http://schemas.openxmlformats.org/drawingml/2006/main">
              <a:ext uri="{FF2B5EF4-FFF2-40B4-BE49-F238E27FC236}">
                <a16:creationId xmlns:a16="http://schemas.microsoft.com/office/drawing/2014/main" id="{25EF4712-1E5D-45A3-AA0A-5EF824694E18}"/>
              </a:ext>
            </a:extLst>
          </p:cNvPr>
          <p:cNvSpPr>
            <a:spLocks xmlns:a="http://schemas.openxmlformats.org/drawingml/2006/main" noGrp="1"/>
          </p:cNvSpPr>
          <p:nvPr/>
        </p:nvSpPr>
        <p:spPr>
          <a:xfrm xmlns:a="http://schemas.openxmlformats.org/drawingml/2006/main">
            <a:off x="960120" y="5212080"/>
            <a:ext cx="10332720" cy="914400"/>
          </a:xfrm>
          <a:prstGeom xmlns:a="http://schemas.openxmlformats.org/drawingml/2006/main" prst="rect">
            <a:avLst/>
          </a:prstGeom>
          <a:noFill xmlns:a="http://schemas.openxmlformats.org/drawingml/2006/main"/>
        </p:spPr>
        <p:txBody>
          <a:bodyPr xmlns:a="http://schemas.openxmlformats.org/drawingml/2006/main" wrap="square" lIns="0" tIns="0" rIns="0" bIns="0" anchor="ctr">
            <a:spAutoFit/>
          </a:bodyPr>
          <a:lstStyle xmlns:a="http://schemas.openxmlformats.org/drawingml/2006/main"/>
          <a:p xmlns:a="http://schemas.openxmlformats.org/drawingml/2006/main">
            <a:pPr algn="l">
              <a:lnSpc>
                <a:spcPct val="100000"/>
              </a:lnSpc>
              <a:spcBef>
                <a:spcPts val="0"/>
              </a:spcBef>
              <a:spcAft>
                <a:spcPts val="600"/>
              </a:spcAft>
              <a:buNone/>
            </a:pPr>
            <a:r>
              <a:rPr sz="1500" b="1">
                <a:solidFill>
                  <a:srgbClr val="8FB36A"/>
                </a:solidFill>
                <a:latin typeface="Calibri"/>
                <a:ea typeface="Calibri"/>
                <a:cs typeface="Calibri"/>
              </a:rPr>
              <a:t>Capteur IceTag : </a:t>
            </a:r>
            <a:r>
              <a:rPr sz="1500" b="0">
                <a:solidFill>
                  <a:srgbClr val="FFFFFF"/>
                </a:solidFill>
                <a:latin typeface="Calibri"/>
                <a:ea typeface="Calibri"/>
                <a:cs typeface="Calibri"/>
              </a:rPr>
              <a:t>pas, motion index, temps couché/debout, transitions — agrégés en intervalles de 15 min.</a:t>
            </a:r>
          </a:p>
          <a:p xmlns:a="http://schemas.openxmlformats.org/drawingml/2006/main">
            <a:pPr algn="l">
              <a:lnSpc>
                <a:spcPct val="100000"/>
              </a:lnSpc>
              <a:spcBef>
                <a:spcPts val="0"/>
              </a:spcBef>
              <a:spcAft>
                <a:spcPts val="600"/>
              </a:spcAft>
              <a:buNone/>
            </a:pPr>
            <a:r>
              <a:rPr sz="1500" b="1">
                <a:solidFill>
                  <a:srgbClr val="8FB36A"/>
                </a:solidFill>
                <a:latin typeface="Calibri"/>
                <a:ea typeface="Calibri"/>
                <a:cs typeface="Calibri"/>
              </a:rPr>
              <a:t>Capteur HOBO : </a:t>
            </a:r>
            <a:r>
              <a:rPr sz="1500" b="0">
                <a:solidFill>
                  <a:srgbClr val="FFFFFF"/>
                </a:solidFill>
                <a:latin typeface="Calibri"/>
                <a:ea typeface="Calibri"/>
                <a:cs typeface="Calibri"/>
              </a:rPr>
              <a:t>température et humidité (5 min) → indice de stress thermique THI.</a:t>
            </a:r>
          </a:p>
        </p:txBody>
      </p:sp>
    </p:spTree>
    <p:extLst>
      <p:ext uri="{BB962C8B-B14F-4D97-AF65-F5344CB8AC3E}">
        <p14:creationId xmlns:p14="http://schemas.microsoft.com/office/powerpoint/2010/main" val="1709117148"/>
      </p:ext>
    </p:extLst>
  </p:cSld>
</p:sld>
</file>

<file path=ppt/slides/slide4.xml><?xml version="1.0" encoding="utf-8"?>
<p:sld xmlns:p="http://schemas.openxmlformats.org/presentationml/2006/main">
  <p:cSld>
    <p:spTree>
      <p:nvGrpSpPr>
        <p:cNvPr id="1" name=""/>
        <p:cNvGrpSpPr/>
        <p:nvPr/>
      </p:nvGrpSpPr>
      <p:grpSpPr>
        <a:xfrm xmlns:a="http://schemas.openxmlformats.org/drawingml/2006/main"/>
      </p:grpSpPr>
      <p:sp>
        <p:nvSpPr>
          <p:cNvPr id="2" name="Rectangle 1">
            <a:extLst xmlns:a="http://schemas.openxmlformats.org/drawingml/2006/main">
              <a:ext uri="{FF2B5EF4-FFF2-40B4-BE49-F238E27FC236}">
                <a16:creationId xmlns:a16="http://schemas.microsoft.com/office/drawing/2014/main" id="{E5845A1F-FF66-43A6-B2C9-3CA18B5B8369}"/>
              </a:ext>
            </a:extLst>
          </p:cNvPr>
          <p:cNvSpPr>
            <a:spLocks xmlns:a="http://schemas.openxmlformats.org/drawingml/2006/main" noGrp="1"/>
          </p:cNvSpPr>
          <p:nvPr/>
        </p:nvSpPr>
        <p:spPr>
          <a:xfrm xmlns:a="http://schemas.openxmlformats.org/drawingml/2006/main">
            <a:off x="0" y="0"/>
            <a:ext cx="12191695" cy="6858000"/>
          </a:xfrm>
          <a:prstGeom xmlns:a="http://schemas.openxmlformats.org/drawingml/2006/main" prst="rect">
            <a:avLst/>
          </a:prstGeom>
          <a:solidFill xmlns:a="http://schemas.openxmlformats.org/drawingml/2006/main">
            <a:srgbClr val="FFFFFF"/>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Oval 2">
            <a:extLst xmlns:a="http://schemas.openxmlformats.org/drawingml/2006/main">
              <a:ext uri="{FF2B5EF4-FFF2-40B4-BE49-F238E27FC236}">
                <a16:creationId xmlns:a16="http://schemas.microsoft.com/office/drawing/2014/main" id="{91B2BD06-04AB-47BE-9D9F-3D68F5353B13}"/>
              </a:ext>
            </a:extLst>
          </p:cNvPr>
          <p:cNvSpPr>
            <a:spLocks xmlns:a="http://schemas.openxmlformats.org/drawingml/2006/main" noGrp="1"/>
          </p:cNvSpPr>
          <p:nvPr/>
        </p:nvSpPr>
        <p:spPr>
          <a:xfrm xmlns:a="http://schemas.openxmlformats.org/drawingml/2006/main">
            <a:off x="640080" y="566928"/>
            <a:ext cx="548640" cy="548640"/>
          </a:xfrm>
          <a:prstGeom xmlns:a="http://schemas.openxmlformats.org/drawingml/2006/main" prst="ellipse">
            <a:avLst/>
          </a:prstGeom>
          <a:solidFill xmlns:a="http://schemas.openxmlformats.org/drawingml/2006/main">
            <a:srgbClr val="4C7A3F"/>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wrap="none" lIns="0" tIns="0" rIns="0" bIns="0" anchor="ctr"/>
          <a:lstStyle xmlns:a="http://schemas.openxmlformats.org/drawingml/2006/main"/>
          <a:p xmlns:a="http://schemas.openxmlformats.org/drawingml/2006/main">
            <a:pPr algn="ctr">
              <a:buNone/>
            </a:pPr>
            <a:r>
              <a:rPr sz="1800" b="1">
                <a:solidFill>
                  <a:srgbClr val="FFFFFF"/>
                </a:solidFill>
                <a:latin typeface="Cambria"/>
                <a:ea typeface="Cambria"/>
                <a:cs typeface="Cambria"/>
              </a:rPr>
              <a:t>3</a:t>
            </a:r>
          </a:p>
        </p:txBody>
      </p:sp>
      <p:sp>
        <p:nvSpPr>
          <p:cNvPr id="4" name="TextBox 3">
            <a:extLst xmlns:a="http://schemas.openxmlformats.org/drawingml/2006/main">
              <a:ext uri="{FF2B5EF4-FFF2-40B4-BE49-F238E27FC236}">
                <a16:creationId xmlns:a16="http://schemas.microsoft.com/office/drawing/2014/main" id="{6804F1C2-9D48-4E6F-ADAD-4CB098C120A2}"/>
              </a:ext>
            </a:extLst>
          </p:cNvPr>
          <p:cNvSpPr>
            <a:spLocks xmlns:a="http://schemas.openxmlformats.org/drawingml/2006/main" noGrp="1"/>
          </p:cNvSpPr>
          <p:nvPr/>
        </p:nvSpPr>
        <p:spPr>
          <a:xfrm xmlns:a="http://schemas.openxmlformats.org/drawingml/2006/main">
            <a:off x="1371600" y="502920"/>
            <a:ext cx="9875520" cy="73152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lnSpc>
                <a:spcPct val="100000"/>
              </a:lnSpc>
              <a:spcBef>
                <a:spcPts val="0"/>
              </a:spcBef>
              <a:spcAft>
                <a:spcPts val="400"/>
              </a:spcAft>
              <a:buNone/>
            </a:pPr>
            <a:r>
              <a:rPr sz="3000" b="1">
                <a:solidFill>
                  <a:srgbClr val="224B2A"/>
                </a:solidFill>
                <a:latin typeface="Cambria"/>
                <a:ea typeface="Cambria"/>
                <a:cs typeface="Cambria"/>
              </a:rPr>
              <a:t>Objectif 1 — Application du pipeline (Tâche 1.1)</a:t>
            </a:r>
          </a:p>
        </p:txBody>
      </p:sp>
      <p:sp>
        <p:nvSpPr>
          <p:cNvPr id="5" name="TextBox 4">
            <a:extLst xmlns:a="http://schemas.openxmlformats.org/drawingml/2006/main">
              <a:ext uri="{FF2B5EF4-FFF2-40B4-BE49-F238E27FC236}">
                <a16:creationId xmlns:a16="http://schemas.microsoft.com/office/drawing/2014/main" id="{F2D6C7B9-AECF-42A9-BABD-7AC6DDC2DB17}"/>
              </a:ext>
            </a:extLst>
          </p:cNvPr>
          <p:cNvSpPr>
            <a:spLocks xmlns:a="http://schemas.openxmlformats.org/drawingml/2006/main" noGrp="1"/>
          </p:cNvSpPr>
          <p:nvPr/>
        </p:nvSpPr>
        <p:spPr>
          <a:xfrm xmlns:a="http://schemas.openxmlformats.org/drawingml/2006/main">
            <a:off x="1371600" y="1078992"/>
            <a:ext cx="100584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lnSpc>
                <a:spcPct val="100000"/>
              </a:lnSpc>
              <a:spcBef>
                <a:spcPts val="0"/>
              </a:spcBef>
              <a:spcAft>
                <a:spcPts val="400"/>
              </a:spcAft>
              <a:buNone/>
            </a:pPr>
            <a:r>
              <a:rPr sz="1400" b="0">
                <a:solidFill>
                  <a:srgbClr val="6A766C"/>
                </a:solidFill>
                <a:latin typeface="Calibri"/>
                <a:ea typeface="Calibri"/>
                <a:cs typeface="Calibri"/>
              </a:rPr>
              <a:t>Pipeline du mémoire appliqué aux 4 essais, sans modification</a:t>
            </a:r>
          </a:p>
        </p:txBody>
      </p:sp>
      <p:sp>
        <p:nvSpPr>
          <p:cNvPr id="6" name="Rounded Rectangle 5">
            <a:extLst xmlns:a="http://schemas.openxmlformats.org/drawingml/2006/main">
              <a:ext uri="{FF2B5EF4-FFF2-40B4-BE49-F238E27FC236}">
                <a16:creationId xmlns:a16="http://schemas.microsoft.com/office/drawing/2014/main" id="{7029534C-32B6-41A9-BF23-B6ED7AFF143D}"/>
              </a:ext>
            </a:extLst>
          </p:cNvPr>
          <p:cNvSpPr>
            <a:spLocks xmlns:a="http://schemas.openxmlformats.org/drawingml/2006/main" noGrp="1"/>
          </p:cNvSpPr>
          <p:nvPr/>
        </p:nvSpPr>
        <p:spPr>
          <a:xfrm xmlns:a="http://schemas.openxmlformats.org/drawingml/2006/main">
            <a:off x="640080" y="1645920"/>
            <a:ext cx="3383280" cy="1371600"/>
          </a:xfrm>
          <a:prstGeom xmlns:a="http://schemas.openxmlformats.org/drawingml/2006/main" prst="roundRect">
            <a:avLst>
              <a:gd name="adj" fmla="val 10000"/>
            </a:avLst>
          </a:prstGeom>
          <a:solidFill xmlns:a="http://schemas.openxmlformats.org/drawingml/2006/main">
            <a:srgbClr val="F3F6EF"/>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7" name="TextBox 6">
            <a:extLst xmlns:a="http://schemas.openxmlformats.org/drawingml/2006/main">
              <a:ext uri="{FF2B5EF4-FFF2-40B4-BE49-F238E27FC236}">
                <a16:creationId xmlns:a16="http://schemas.microsoft.com/office/drawing/2014/main" id="{08DCA869-2BE7-40B6-B444-BCE287F2F025}"/>
              </a:ext>
            </a:extLst>
          </p:cNvPr>
          <p:cNvSpPr>
            <a:spLocks xmlns:a="http://schemas.openxmlformats.org/drawingml/2006/main" noGrp="1"/>
          </p:cNvSpPr>
          <p:nvPr/>
        </p:nvSpPr>
        <p:spPr>
          <a:xfrm xmlns:a="http://schemas.openxmlformats.org/drawingml/2006/main">
            <a:off x="640080" y="1783080"/>
            <a:ext cx="3383280" cy="82296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ctr">
              <a:lnSpc>
                <a:spcPct val="100000"/>
              </a:lnSpc>
              <a:spcBef>
                <a:spcPts val="0"/>
              </a:spcBef>
              <a:spcAft>
                <a:spcPts val="400"/>
              </a:spcAft>
              <a:buNone/>
            </a:pPr>
            <a:r>
              <a:rPr sz="4600" b="1">
                <a:solidFill>
                  <a:srgbClr val="4C7A3F"/>
                </a:solidFill>
                <a:latin typeface="Cambria"/>
                <a:ea typeface="Cambria"/>
                <a:cs typeface="Cambria"/>
              </a:rPr>
              <a:t>4</a:t>
            </a:r>
          </a:p>
        </p:txBody>
      </p:sp>
      <p:sp>
        <p:nvSpPr>
          <p:cNvPr id="8" name="TextBox 7">
            <a:extLst xmlns:a="http://schemas.openxmlformats.org/drawingml/2006/main">
              <a:ext uri="{FF2B5EF4-FFF2-40B4-BE49-F238E27FC236}">
                <a16:creationId xmlns:a16="http://schemas.microsoft.com/office/drawing/2014/main" id="{BAD53BE5-58AA-4E63-89A3-E8E8683D6E2E}"/>
              </a:ext>
            </a:extLst>
          </p:cNvPr>
          <p:cNvSpPr>
            <a:spLocks xmlns:a="http://schemas.openxmlformats.org/drawingml/2006/main" noGrp="1"/>
          </p:cNvSpPr>
          <p:nvPr/>
        </p:nvSpPr>
        <p:spPr>
          <a:xfrm xmlns:a="http://schemas.openxmlformats.org/drawingml/2006/main">
            <a:off x="640080" y="2670048"/>
            <a:ext cx="338328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ctr">
              <a:lnSpc>
                <a:spcPct val="100000"/>
              </a:lnSpc>
              <a:spcBef>
                <a:spcPts val="0"/>
              </a:spcBef>
              <a:spcAft>
                <a:spcPts val="400"/>
              </a:spcAft>
              <a:buNone/>
            </a:pPr>
            <a:r>
              <a:rPr sz="1400" b="0">
                <a:solidFill>
                  <a:srgbClr val="6A766C"/>
                </a:solidFill>
                <a:latin typeface="Calibri"/>
                <a:ea typeface="Calibri"/>
                <a:cs typeface="Calibri"/>
              </a:rPr>
              <a:t>essais traités</a:t>
            </a:r>
          </a:p>
        </p:txBody>
      </p:sp>
      <p:sp>
        <p:nvSpPr>
          <p:cNvPr id="9" name="Rounded Rectangle 8">
            <a:extLst xmlns:a="http://schemas.openxmlformats.org/drawingml/2006/main">
              <a:ext uri="{FF2B5EF4-FFF2-40B4-BE49-F238E27FC236}">
                <a16:creationId xmlns:a16="http://schemas.microsoft.com/office/drawing/2014/main" id="{1BCFE907-325D-464A-AA5D-AD03D34F29C5}"/>
              </a:ext>
            </a:extLst>
          </p:cNvPr>
          <p:cNvSpPr>
            <a:spLocks xmlns:a="http://schemas.openxmlformats.org/drawingml/2006/main" noGrp="1"/>
          </p:cNvSpPr>
          <p:nvPr/>
        </p:nvSpPr>
        <p:spPr>
          <a:xfrm xmlns:a="http://schemas.openxmlformats.org/drawingml/2006/main">
            <a:off x="4297680" y="1645920"/>
            <a:ext cx="3383280" cy="1371600"/>
          </a:xfrm>
          <a:prstGeom xmlns:a="http://schemas.openxmlformats.org/drawingml/2006/main" prst="roundRect">
            <a:avLst>
              <a:gd name="adj" fmla="val 10000"/>
            </a:avLst>
          </a:prstGeom>
          <a:solidFill xmlns:a="http://schemas.openxmlformats.org/drawingml/2006/main">
            <a:srgbClr val="F3F6EF"/>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0" name="TextBox 9">
            <a:extLst xmlns:a="http://schemas.openxmlformats.org/drawingml/2006/main">
              <a:ext uri="{FF2B5EF4-FFF2-40B4-BE49-F238E27FC236}">
                <a16:creationId xmlns:a16="http://schemas.microsoft.com/office/drawing/2014/main" id="{060DBEEA-CD25-4A92-9B1C-62FBA2C5A37F}"/>
              </a:ext>
            </a:extLst>
          </p:cNvPr>
          <p:cNvSpPr>
            <a:spLocks xmlns:a="http://schemas.openxmlformats.org/drawingml/2006/main" noGrp="1"/>
          </p:cNvSpPr>
          <p:nvPr/>
        </p:nvSpPr>
        <p:spPr>
          <a:xfrm xmlns:a="http://schemas.openxmlformats.org/drawingml/2006/main">
            <a:off x="4297680" y="1783080"/>
            <a:ext cx="3383280" cy="82296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ctr">
              <a:lnSpc>
                <a:spcPct val="100000"/>
              </a:lnSpc>
              <a:spcBef>
                <a:spcPts val="0"/>
              </a:spcBef>
              <a:spcAft>
                <a:spcPts val="400"/>
              </a:spcAft>
              <a:buNone/>
            </a:pPr>
            <a:r>
              <a:rPr sz="4600" b="1">
                <a:solidFill>
                  <a:srgbClr val="4C7A3F"/>
                </a:solidFill>
                <a:latin typeface="Cambria"/>
                <a:ea typeface="Cambria"/>
                <a:cs typeface="Cambria"/>
              </a:rPr>
              <a:t>385</a:t>
            </a:r>
          </a:p>
        </p:txBody>
      </p:sp>
      <p:sp>
        <p:nvSpPr>
          <p:cNvPr id="11" name="TextBox 10">
            <a:extLst xmlns:a="http://schemas.openxmlformats.org/drawingml/2006/main">
              <a:ext uri="{FF2B5EF4-FFF2-40B4-BE49-F238E27FC236}">
                <a16:creationId xmlns:a16="http://schemas.microsoft.com/office/drawing/2014/main" id="{2F9A083C-5DBD-4C57-8BFF-0381C994CA03}"/>
              </a:ext>
            </a:extLst>
          </p:cNvPr>
          <p:cNvSpPr>
            <a:spLocks xmlns:a="http://schemas.openxmlformats.org/drawingml/2006/main" noGrp="1"/>
          </p:cNvSpPr>
          <p:nvPr/>
        </p:nvSpPr>
        <p:spPr>
          <a:xfrm xmlns:a="http://schemas.openxmlformats.org/drawingml/2006/main">
            <a:off x="4297680" y="2670048"/>
            <a:ext cx="338328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ctr">
              <a:lnSpc>
                <a:spcPct val="100000"/>
              </a:lnSpc>
              <a:spcBef>
                <a:spcPts val="0"/>
              </a:spcBef>
              <a:spcAft>
                <a:spcPts val="400"/>
              </a:spcAft>
              <a:buNone/>
            </a:pPr>
            <a:r>
              <a:rPr sz="1400" b="0">
                <a:solidFill>
                  <a:srgbClr val="6A766C"/>
                </a:solidFill>
                <a:latin typeface="Calibri"/>
                <a:ea typeface="Calibri"/>
                <a:cs typeface="Calibri"/>
              </a:rPr>
              <a:t>alertes générées</a:t>
            </a:r>
          </a:p>
        </p:txBody>
      </p:sp>
      <p:sp>
        <p:nvSpPr>
          <p:cNvPr id="12" name="Rounded Rectangle 11">
            <a:extLst xmlns:a="http://schemas.openxmlformats.org/drawingml/2006/main">
              <a:ext uri="{FF2B5EF4-FFF2-40B4-BE49-F238E27FC236}">
                <a16:creationId xmlns:a16="http://schemas.microsoft.com/office/drawing/2014/main" id="{3259108E-A487-49C4-9DB5-FA6D8D57BE89}"/>
              </a:ext>
            </a:extLst>
          </p:cNvPr>
          <p:cNvSpPr>
            <a:spLocks xmlns:a="http://schemas.openxmlformats.org/drawingml/2006/main" noGrp="1"/>
          </p:cNvSpPr>
          <p:nvPr/>
        </p:nvSpPr>
        <p:spPr>
          <a:xfrm xmlns:a="http://schemas.openxmlformats.org/drawingml/2006/main">
            <a:off x="7955279" y="1645920"/>
            <a:ext cx="3383280" cy="1371600"/>
          </a:xfrm>
          <a:prstGeom xmlns:a="http://schemas.openxmlformats.org/drawingml/2006/main" prst="roundRect">
            <a:avLst>
              <a:gd name="adj" fmla="val 10000"/>
            </a:avLst>
          </a:prstGeom>
          <a:solidFill xmlns:a="http://schemas.openxmlformats.org/drawingml/2006/main">
            <a:srgbClr val="F3F6EF"/>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3" name="TextBox 12">
            <a:extLst xmlns:a="http://schemas.openxmlformats.org/drawingml/2006/main">
              <a:ext uri="{FF2B5EF4-FFF2-40B4-BE49-F238E27FC236}">
                <a16:creationId xmlns:a16="http://schemas.microsoft.com/office/drawing/2014/main" id="{DA0E305F-70AC-4F39-847B-38B50B4495AA}"/>
              </a:ext>
            </a:extLst>
          </p:cNvPr>
          <p:cNvSpPr>
            <a:spLocks xmlns:a="http://schemas.openxmlformats.org/drawingml/2006/main" noGrp="1"/>
          </p:cNvSpPr>
          <p:nvPr/>
        </p:nvSpPr>
        <p:spPr>
          <a:xfrm xmlns:a="http://schemas.openxmlformats.org/drawingml/2006/main">
            <a:off x="7955279" y="1783080"/>
            <a:ext cx="3383280" cy="82296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ctr">
              <a:lnSpc>
                <a:spcPct val="100000"/>
              </a:lnSpc>
              <a:spcBef>
                <a:spcPts val="0"/>
              </a:spcBef>
              <a:spcAft>
                <a:spcPts val="400"/>
              </a:spcAft>
              <a:buNone/>
            </a:pPr>
            <a:r>
              <a:rPr sz="4600" b="1">
                <a:solidFill>
                  <a:srgbClr val="4C7A3F"/>
                </a:solidFill>
                <a:latin typeface="Cambria"/>
                <a:ea typeface="Cambria"/>
                <a:cs typeface="Cambria"/>
              </a:rPr>
              <a:t>100%</a:t>
            </a:r>
          </a:p>
        </p:txBody>
      </p:sp>
      <p:sp>
        <p:nvSpPr>
          <p:cNvPr id="14" name="TextBox 13">
            <a:extLst xmlns:a="http://schemas.openxmlformats.org/drawingml/2006/main">
              <a:ext uri="{FF2B5EF4-FFF2-40B4-BE49-F238E27FC236}">
                <a16:creationId xmlns:a16="http://schemas.microsoft.com/office/drawing/2014/main" id="{A2B50FC6-9550-410A-91B6-41E65AEB8A2B}"/>
              </a:ext>
            </a:extLst>
          </p:cNvPr>
          <p:cNvSpPr>
            <a:spLocks xmlns:a="http://schemas.openxmlformats.org/drawingml/2006/main" noGrp="1"/>
          </p:cNvSpPr>
          <p:nvPr/>
        </p:nvSpPr>
        <p:spPr>
          <a:xfrm xmlns:a="http://schemas.openxmlformats.org/drawingml/2006/main">
            <a:off x="7955279" y="2670048"/>
            <a:ext cx="338328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ctr">
              <a:lnSpc>
                <a:spcPct val="100000"/>
              </a:lnSpc>
              <a:spcBef>
                <a:spcPts val="0"/>
              </a:spcBef>
              <a:spcAft>
                <a:spcPts val="400"/>
              </a:spcAft>
              <a:buNone/>
            </a:pPr>
            <a:r>
              <a:rPr sz="1400" b="0">
                <a:solidFill>
                  <a:srgbClr val="6A766C"/>
                </a:solidFill>
                <a:latin typeface="Calibri"/>
                <a:ea typeface="Calibri"/>
                <a:cs typeface="Calibri"/>
              </a:rPr>
              <a:t>reproductible</a:t>
            </a:r>
          </a:p>
        </p:txBody>
      </p:sp>
      <p:sp>
        <p:nvSpPr>
          <p:cNvPr id="15" name="Rounded Rectangle 14">
            <a:extLst xmlns:a="http://schemas.openxmlformats.org/drawingml/2006/main">
              <a:ext uri="{FF2B5EF4-FFF2-40B4-BE49-F238E27FC236}">
                <a16:creationId xmlns:a16="http://schemas.microsoft.com/office/drawing/2014/main" id="{35C182A8-EBE4-4BAF-8E78-A3B2E0ED0E9A}"/>
              </a:ext>
            </a:extLst>
          </p:cNvPr>
          <p:cNvSpPr>
            <a:spLocks xmlns:a="http://schemas.openxmlformats.org/drawingml/2006/main" noGrp="1"/>
          </p:cNvSpPr>
          <p:nvPr/>
        </p:nvSpPr>
        <p:spPr>
          <a:xfrm xmlns:a="http://schemas.openxmlformats.org/drawingml/2006/main">
            <a:off x="640080" y="3291840"/>
            <a:ext cx="10881360" cy="2651760"/>
          </a:xfrm>
          <a:prstGeom xmlns:a="http://schemas.openxmlformats.org/drawingml/2006/main" prst="roundRect">
            <a:avLst>
              <a:gd name="adj" fmla="val 6000"/>
            </a:avLst>
          </a:prstGeom>
          <a:solidFill xmlns:a="http://schemas.openxmlformats.org/drawingml/2006/main">
            <a:srgbClr val="FFFFFF"/>
          </a:solidFill>
          <a:ln xmlns:a="http://schemas.openxmlformats.org/drawingml/2006/main" w="19050">
            <a:solidFill>
              <a:srgbClr val="8FB36A"/>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6" name="TextBox 15">
            <a:extLst xmlns:a="http://schemas.openxmlformats.org/drawingml/2006/main">
              <a:ext uri="{FF2B5EF4-FFF2-40B4-BE49-F238E27FC236}">
                <a16:creationId xmlns:a16="http://schemas.microsoft.com/office/drawing/2014/main" id="{910FF9D9-AA42-452A-BD9C-CD7934C58739}"/>
              </a:ext>
            </a:extLst>
          </p:cNvPr>
          <p:cNvSpPr>
            <a:spLocks xmlns:a="http://schemas.openxmlformats.org/drawingml/2006/main" noGrp="1"/>
          </p:cNvSpPr>
          <p:nvPr/>
        </p:nvSpPr>
        <p:spPr>
          <a:xfrm xmlns:a="http://schemas.openxmlformats.org/drawingml/2006/main">
            <a:off x="960120" y="3520440"/>
            <a:ext cx="1024128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lnSpc>
                <a:spcPct val="100000"/>
              </a:lnSpc>
              <a:spcBef>
                <a:spcPts val="0"/>
              </a:spcBef>
              <a:spcAft>
                <a:spcPts val="400"/>
              </a:spcAft>
              <a:buNone/>
            </a:pPr>
            <a:r>
              <a:rPr sz="1800" b="1">
                <a:solidFill>
                  <a:srgbClr val="224B2A"/>
                </a:solidFill>
                <a:latin typeface="Cambria"/>
                <a:ea typeface="Cambria"/>
                <a:cs typeface="Cambria"/>
              </a:rPr>
              <a:t>Résultats par essai</a:t>
            </a:r>
          </a:p>
        </p:txBody>
      </p:sp>
      <p:sp>
        <p:nvSpPr>
          <p:cNvPr id="17" name="TextBox 16">
            <a:extLst xmlns:a="http://schemas.openxmlformats.org/drawingml/2006/main">
              <a:ext uri="{FF2B5EF4-FFF2-40B4-BE49-F238E27FC236}">
                <a16:creationId xmlns:a16="http://schemas.microsoft.com/office/drawing/2014/main" id="{0556B891-5553-49CE-9BA9-8306A031DD95}"/>
              </a:ext>
            </a:extLst>
          </p:cNvPr>
          <p:cNvSpPr>
            <a:spLocks xmlns:a="http://schemas.openxmlformats.org/drawingml/2006/main" noGrp="1"/>
          </p:cNvSpPr>
          <p:nvPr/>
        </p:nvSpPr>
        <p:spPr>
          <a:xfrm xmlns:a="http://schemas.openxmlformats.org/drawingml/2006/main">
            <a:off x="960120" y="4069080"/>
            <a:ext cx="36576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lnSpc>
                <a:spcPct val="100000"/>
              </a:lnSpc>
              <a:spcBef>
                <a:spcPts val="0"/>
              </a:spcBef>
              <a:spcAft>
                <a:spcPts val="400"/>
              </a:spcAft>
              <a:buNone/>
            </a:pPr>
            <a:r>
              <a:rPr sz="1300" b="1">
                <a:solidFill>
                  <a:srgbClr val="6A766C"/>
                </a:solidFill>
                <a:latin typeface="Calibri"/>
                <a:ea typeface="Calibri"/>
                <a:cs typeface="Calibri"/>
              </a:rPr>
              <a:t>Essai</a:t>
            </a:r>
          </a:p>
        </p:txBody>
      </p:sp>
      <p:sp>
        <p:nvSpPr>
          <p:cNvPr id="18" name="TextBox 17">
            <a:extLst xmlns:a="http://schemas.openxmlformats.org/drawingml/2006/main">
              <a:ext uri="{FF2B5EF4-FFF2-40B4-BE49-F238E27FC236}">
                <a16:creationId xmlns:a16="http://schemas.microsoft.com/office/drawing/2014/main" id="{EF56A541-38A4-4DA2-A53B-30647F7C1723}"/>
              </a:ext>
            </a:extLst>
          </p:cNvPr>
          <p:cNvSpPr>
            <a:spLocks xmlns:a="http://schemas.openxmlformats.org/drawingml/2006/main" noGrp="1"/>
          </p:cNvSpPr>
          <p:nvPr/>
        </p:nvSpPr>
        <p:spPr>
          <a:xfrm xmlns:a="http://schemas.openxmlformats.org/drawingml/2006/main">
            <a:off x="5486400" y="4069080"/>
            <a:ext cx="22860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ctr">
              <a:lnSpc>
                <a:spcPct val="100000"/>
              </a:lnSpc>
              <a:spcBef>
                <a:spcPts val="0"/>
              </a:spcBef>
              <a:spcAft>
                <a:spcPts val="400"/>
              </a:spcAft>
              <a:buNone/>
            </a:pPr>
            <a:r>
              <a:rPr sz="1300" b="1">
                <a:solidFill>
                  <a:srgbClr val="6A766C"/>
                </a:solidFill>
                <a:latin typeface="Calibri"/>
                <a:ea typeface="Calibri"/>
                <a:cs typeface="Calibri"/>
              </a:rPr>
              <a:t>Vaches</a:t>
            </a:r>
          </a:p>
        </p:txBody>
      </p:sp>
      <p:sp>
        <p:nvSpPr>
          <p:cNvPr id="19" name="TextBox 18">
            <a:extLst xmlns:a="http://schemas.openxmlformats.org/drawingml/2006/main">
              <a:ext uri="{FF2B5EF4-FFF2-40B4-BE49-F238E27FC236}">
                <a16:creationId xmlns:a16="http://schemas.microsoft.com/office/drawing/2014/main" id="{A538D3BF-43BD-4DED-ABF5-108E6A4AF908}"/>
              </a:ext>
            </a:extLst>
          </p:cNvPr>
          <p:cNvSpPr>
            <a:spLocks xmlns:a="http://schemas.openxmlformats.org/drawingml/2006/main" noGrp="1"/>
          </p:cNvSpPr>
          <p:nvPr/>
        </p:nvSpPr>
        <p:spPr>
          <a:xfrm xmlns:a="http://schemas.openxmlformats.org/drawingml/2006/main">
            <a:off x="8046720" y="4069080"/>
            <a:ext cx="2743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ctr">
              <a:lnSpc>
                <a:spcPct val="100000"/>
              </a:lnSpc>
              <a:spcBef>
                <a:spcPts val="0"/>
              </a:spcBef>
              <a:spcAft>
                <a:spcPts val="400"/>
              </a:spcAft>
              <a:buNone/>
            </a:pPr>
            <a:r>
              <a:rPr sz="1300" b="1">
                <a:solidFill>
                  <a:srgbClr val="6A766C"/>
                </a:solidFill>
                <a:latin typeface="Calibri"/>
                <a:ea typeface="Calibri"/>
                <a:cs typeface="Calibri"/>
              </a:rPr>
              <a:t>Alertes boiterie</a:t>
            </a:r>
          </a:p>
        </p:txBody>
      </p:sp>
      <p:sp>
        <p:nvSpPr>
          <p:cNvPr id="20" name="TextBox 19">
            <a:extLst xmlns:a="http://schemas.openxmlformats.org/drawingml/2006/main">
              <a:ext uri="{FF2B5EF4-FFF2-40B4-BE49-F238E27FC236}">
                <a16:creationId xmlns:a16="http://schemas.microsoft.com/office/drawing/2014/main" id="{E0266495-6B4B-45D2-B16C-ECBF9D86092F}"/>
              </a:ext>
            </a:extLst>
          </p:cNvPr>
          <p:cNvSpPr>
            <a:spLocks xmlns:a="http://schemas.openxmlformats.org/drawingml/2006/main" noGrp="1"/>
          </p:cNvSpPr>
          <p:nvPr/>
        </p:nvSpPr>
        <p:spPr>
          <a:xfrm xmlns:a="http://schemas.openxmlformats.org/drawingml/2006/main">
            <a:off x="960120" y="4453128"/>
            <a:ext cx="411480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lnSpc>
                <a:spcPct val="100000"/>
              </a:lnSpc>
              <a:spcBef>
                <a:spcPts val="0"/>
              </a:spcBef>
              <a:spcAft>
                <a:spcPts val="400"/>
              </a:spcAft>
              <a:buNone/>
            </a:pPr>
            <a:r>
              <a:rPr sz="1400" b="0">
                <a:solidFill>
                  <a:srgbClr val="202A22"/>
                </a:solidFill>
                <a:latin typeface="Calibri"/>
                <a:ea typeface="Calibri"/>
                <a:cs typeface="Calibri"/>
              </a:rPr>
              <a:t>Fall 2019</a:t>
            </a:r>
          </a:p>
        </p:txBody>
      </p:sp>
      <p:sp>
        <p:nvSpPr>
          <p:cNvPr id="21" name="TextBox 20">
            <a:extLst xmlns:a="http://schemas.openxmlformats.org/drawingml/2006/main">
              <a:ext uri="{FF2B5EF4-FFF2-40B4-BE49-F238E27FC236}">
                <a16:creationId xmlns:a16="http://schemas.microsoft.com/office/drawing/2014/main" id="{405DB106-195C-438B-B0C8-CA43DEBF3D75}"/>
              </a:ext>
            </a:extLst>
          </p:cNvPr>
          <p:cNvSpPr>
            <a:spLocks xmlns:a="http://schemas.openxmlformats.org/drawingml/2006/main" noGrp="1"/>
          </p:cNvSpPr>
          <p:nvPr/>
        </p:nvSpPr>
        <p:spPr>
          <a:xfrm xmlns:a="http://schemas.openxmlformats.org/drawingml/2006/main">
            <a:off x="5486400" y="4453128"/>
            <a:ext cx="228600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ctr">
              <a:lnSpc>
                <a:spcPct val="100000"/>
              </a:lnSpc>
              <a:spcBef>
                <a:spcPts val="0"/>
              </a:spcBef>
              <a:spcAft>
                <a:spcPts val="400"/>
              </a:spcAft>
              <a:buNone/>
            </a:pPr>
            <a:r>
              <a:rPr sz="1400" b="0">
                <a:solidFill>
                  <a:srgbClr val="202A22"/>
                </a:solidFill>
                <a:latin typeface="Calibri"/>
                <a:ea typeface="Calibri"/>
                <a:cs typeface="Calibri"/>
              </a:rPr>
              <a:t>30</a:t>
            </a:r>
          </a:p>
        </p:txBody>
      </p:sp>
      <p:sp>
        <p:nvSpPr>
          <p:cNvPr id="22" name="TextBox 21">
            <a:extLst xmlns:a="http://schemas.openxmlformats.org/drawingml/2006/main">
              <a:ext uri="{FF2B5EF4-FFF2-40B4-BE49-F238E27FC236}">
                <a16:creationId xmlns:a16="http://schemas.microsoft.com/office/drawing/2014/main" id="{A7FFBE96-114C-45CC-B917-AB744A9C0AF6}"/>
              </a:ext>
            </a:extLst>
          </p:cNvPr>
          <p:cNvSpPr>
            <a:spLocks xmlns:a="http://schemas.openxmlformats.org/drawingml/2006/main" noGrp="1"/>
          </p:cNvSpPr>
          <p:nvPr/>
        </p:nvSpPr>
        <p:spPr>
          <a:xfrm xmlns:a="http://schemas.openxmlformats.org/drawingml/2006/main">
            <a:off x="8046720" y="4453128"/>
            <a:ext cx="274320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ctr">
              <a:lnSpc>
                <a:spcPct val="100000"/>
              </a:lnSpc>
              <a:spcBef>
                <a:spcPts val="0"/>
              </a:spcBef>
              <a:spcAft>
                <a:spcPts val="400"/>
              </a:spcAft>
              <a:buNone/>
            </a:pPr>
            <a:r>
              <a:rPr sz="1400" b="1">
                <a:solidFill>
                  <a:srgbClr val="4C7A3F"/>
                </a:solidFill>
                <a:latin typeface="Calibri"/>
                <a:ea typeface="Calibri"/>
                <a:cs typeface="Calibri"/>
              </a:rPr>
              <a:t>105</a:t>
            </a:r>
          </a:p>
        </p:txBody>
      </p:sp>
      <p:sp>
        <p:nvSpPr>
          <p:cNvPr id="23" name="TextBox 22">
            <a:extLst xmlns:a="http://schemas.openxmlformats.org/drawingml/2006/main">
              <a:ext uri="{FF2B5EF4-FFF2-40B4-BE49-F238E27FC236}">
                <a16:creationId xmlns:a16="http://schemas.microsoft.com/office/drawing/2014/main" id="{ED2E2C05-C78C-48A6-996B-DAA86458B214}"/>
              </a:ext>
            </a:extLst>
          </p:cNvPr>
          <p:cNvSpPr>
            <a:spLocks xmlns:a="http://schemas.openxmlformats.org/drawingml/2006/main" noGrp="1"/>
          </p:cNvSpPr>
          <p:nvPr/>
        </p:nvSpPr>
        <p:spPr>
          <a:xfrm xmlns:a="http://schemas.openxmlformats.org/drawingml/2006/main">
            <a:off x="960120" y="4855464"/>
            <a:ext cx="411480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lnSpc>
                <a:spcPct val="100000"/>
              </a:lnSpc>
              <a:spcBef>
                <a:spcPts val="0"/>
              </a:spcBef>
              <a:spcAft>
                <a:spcPts val="400"/>
              </a:spcAft>
              <a:buNone/>
            </a:pPr>
            <a:r>
              <a:rPr sz="1400" b="0">
                <a:solidFill>
                  <a:srgbClr val="202A22"/>
                </a:solidFill>
                <a:latin typeface="Calibri"/>
                <a:ea typeface="Calibri"/>
                <a:cs typeface="Calibri"/>
              </a:rPr>
              <a:t>Summer 2019</a:t>
            </a:r>
          </a:p>
        </p:txBody>
      </p:sp>
      <p:sp>
        <p:nvSpPr>
          <p:cNvPr id="24" name="TextBox 23">
            <a:extLst xmlns:a="http://schemas.openxmlformats.org/drawingml/2006/main">
              <a:ext uri="{FF2B5EF4-FFF2-40B4-BE49-F238E27FC236}">
                <a16:creationId xmlns:a16="http://schemas.microsoft.com/office/drawing/2014/main" id="{8048E4F0-8172-4F92-B91A-48CF63C6D9CA}"/>
              </a:ext>
            </a:extLst>
          </p:cNvPr>
          <p:cNvSpPr>
            <a:spLocks xmlns:a="http://schemas.openxmlformats.org/drawingml/2006/main" noGrp="1"/>
          </p:cNvSpPr>
          <p:nvPr/>
        </p:nvSpPr>
        <p:spPr>
          <a:xfrm xmlns:a="http://schemas.openxmlformats.org/drawingml/2006/main">
            <a:off x="5486400" y="4855464"/>
            <a:ext cx="228600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ctr">
              <a:lnSpc>
                <a:spcPct val="100000"/>
              </a:lnSpc>
              <a:spcBef>
                <a:spcPts val="0"/>
              </a:spcBef>
              <a:spcAft>
                <a:spcPts val="400"/>
              </a:spcAft>
              <a:buNone/>
            </a:pPr>
            <a:r>
              <a:rPr sz="1400" b="0">
                <a:solidFill>
                  <a:srgbClr val="202A22"/>
                </a:solidFill>
                <a:latin typeface="Calibri"/>
                <a:ea typeface="Calibri"/>
                <a:cs typeface="Calibri"/>
              </a:rPr>
              <a:t>18</a:t>
            </a:r>
          </a:p>
        </p:txBody>
      </p:sp>
      <p:sp>
        <p:nvSpPr>
          <p:cNvPr id="25" name="TextBox 24">
            <a:extLst xmlns:a="http://schemas.openxmlformats.org/drawingml/2006/main">
              <a:ext uri="{FF2B5EF4-FFF2-40B4-BE49-F238E27FC236}">
                <a16:creationId xmlns:a16="http://schemas.microsoft.com/office/drawing/2014/main" id="{BE5D6771-F0BC-47B4-9FA6-62A84FC566D5}"/>
              </a:ext>
            </a:extLst>
          </p:cNvPr>
          <p:cNvSpPr>
            <a:spLocks xmlns:a="http://schemas.openxmlformats.org/drawingml/2006/main" noGrp="1"/>
          </p:cNvSpPr>
          <p:nvPr/>
        </p:nvSpPr>
        <p:spPr>
          <a:xfrm xmlns:a="http://schemas.openxmlformats.org/drawingml/2006/main">
            <a:off x="8046720" y="4855464"/>
            <a:ext cx="274320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ctr">
              <a:lnSpc>
                <a:spcPct val="100000"/>
              </a:lnSpc>
              <a:spcBef>
                <a:spcPts val="0"/>
              </a:spcBef>
              <a:spcAft>
                <a:spcPts val="400"/>
              </a:spcAft>
              <a:buNone/>
            </a:pPr>
            <a:r>
              <a:rPr sz="1400" b="1">
                <a:solidFill>
                  <a:srgbClr val="4C7A3F"/>
                </a:solidFill>
                <a:latin typeface="Calibri"/>
                <a:ea typeface="Calibri"/>
                <a:cs typeface="Calibri"/>
              </a:rPr>
              <a:t>127</a:t>
            </a:r>
          </a:p>
        </p:txBody>
      </p:sp>
      <p:sp>
        <p:nvSpPr>
          <p:cNvPr id="26" name="TextBox 25">
            <a:extLst xmlns:a="http://schemas.openxmlformats.org/drawingml/2006/main">
              <a:ext uri="{FF2B5EF4-FFF2-40B4-BE49-F238E27FC236}">
                <a16:creationId xmlns:a16="http://schemas.microsoft.com/office/drawing/2014/main" id="{16194103-3661-4718-8B47-5B0883CB1B2C}"/>
              </a:ext>
            </a:extLst>
          </p:cNvPr>
          <p:cNvSpPr>
            <a:spLocks xmlns:a="http://schemas.openxmlformats.org/drawingml/2006/main" noGrp="1"/>
          </p:cNvSpPr>
          <p:nvPr/>
        </p:nvSpPr>
        <p:spPr>
          <a:xfrm xmlns:a="http://schemas.openxmlformats.org/drawingml/2006/main">
            <a:off x="960120" y="5257800"/>
            <a:ext cx="411480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lnSpc>
                <a:spcPct val="100000"/>
              </a:lnSpc>
              <a:spcBef>
                <a:spcPts val="0"/>
              </a:spcBef>
              <a:spcAft>
                <a:spcPts val="400"/>
              </a:spcAft>
              <a:buNone/>
            </a:pPr>
            <a:r>
              <a:rPr sz="1400" b="0">
                <a:solidFill>
                  <a:srgbClr val="202A22"/>
                </a:solidFill>
                <a:latin typeface="Calibri"/>
                <a:ea typeface="Calibri"/>
                <a:cs typeface="Calibri"/>
              </a:rPr>
              <a:t>Winter 2019</a:t>
            </a:r>
          </a:p>
        </p:txBody>
      </p:sp>
      <p:sp>
        <p:nvSpPr>
          <p:cNvPr id="27" name="TextBox 26">
            <a:extLst xmlns:a="http://schemas.openxmlformats.org/drawingml/2006/main">
              <a:ext uri="{FF2B5EF4-FFF2-40B4-BE49-F238E27FC236}">
                <a16:creationId xmlns:a16="http://schemas.microsoft.com/office/drawing/2014/main" id="{BB2DC300-91DF-4C39-906B-7C0F79DE07AC}"/>
              </a:ext>
            </a:extLst>
          </p:cNvPr>
          <p:cNvSpPr>
            <a:spLocks xmlns:a="http://schemas.openxmlformats.org/drawingml/2006/main" noGrp="1"/>
          </p:cNvSpPr>
          <p:nvPr/>
        </p:nvSpPr>
        <p:spPr>
          <a:xfrm xmlns:a="http://schemas.openxmlformats.org/drawingml/2006/main">
            <a:off x="5486400" y="5257800"/>
            <a:ext cx="228600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ctr">
              <a:lnSpc>
                <a:spcPct val="100000"/>
              </a:lnSpc>
              <a:spcBef>
                <a:spcPts val="0"/>
              </a:spcBef>
              <a:spcAft>
                <a:spcPts val="400"/>
              </a:spcAft>
              <a:buNone/>
            </a:pPr>
            <a:r>
              <a:rPr sz="1400" b="0">
                <a:solidFill>
                  <a:srgbClr val="202A22"/>
                </a:solidFill>
                <a:latin typeface="Calibri"/>
                <a:ea typeface="Calibri"/>
                <a:cs typeface="Calibri"/>
              </a:rPr>
              <a:t>17</a:t>
            </a:r>
          </a:p>
        </p:txBody>
      </p:sp>
      <p:sp>
        <p:nvSpPr>
          <p:cNvPr id="28" name="TextBox 27">
            <a:extLst xmlns:a="http://schemas.openxmlformats.org/drawingml/2006/main">
              <a:ext uri="{FF2B5EF4-FFF2-40B4-BE49-F238E27FC236}">
                <a16:creationId xmlns:a16="http://schemas.microsoft.com/office/drawing/2014/main" id="{0BB7386A-C96B-4EC6-9B72-A4C43CCD55D2}"/>
              </a:ext>
            </a:extLst>
          </p:cNvPr>
          <p:cNvSpPr>
            <a:spLocks xmlns:a="http://schemas.openxmlformats.org/drawingml/2006/main" noGrp="1"/>
          </p:cNvSpPr>
          <p:nvPr/>
        </p:nvSpPr>
        <p:spPr>
          <a:xfrm xmlns:a="http://schemas.openxmlformats.org/drawingml/2006/main">
            <a:off x="8046720" y="5257800"/>
            <a:ext cx="274320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ctr">
              <a:lnSpc>
                <a:spcPct val="100000"/>
              </a:lnSpc>
              <a:spcBef>
                <a:spcPts val="0"/>
              </a:spcBef>
              <a:spcAft>
                <a:spcPts val="400"/>
              </a:spcAft>
              <a:buNone/>
            </a:pPr>
            <a:r>
              <a:rPr sz="1400" b="1">
                <a:solidFill>
                  <a:srgbClr val="4C7A3F"/>
                </a:solidFill>
                <a:latin typeface="Calibri"/>
                <a:ea typeface="Calibri"/>
                <a:cs typeface="Calibri"/>
              </a:rPr>
              <a:t>149</a:t>
            </a:r>
          </a:p>
        </p:txBody>
      </p:sp>
      <p:sp>
        <p:nvSpPr>
          <p:cNvPr id="29" name="TextBox 28">
            <a:extLst xmlns:a="http://schemas.openxmlformats.org/drawingml/2006/main">
              <a:ext uri="{FF2B5EF4-FFF2-40B4-BE49-F238E27FC236}">
                <a16:creationId xmlns:a16="http://schemas.microsoft.com/office/drawing/2014/main" id="{D7598653-9166-4A1A-BCB9-8E3870C68C56}"/>
              </a:ext>
            </a:extLst>
          </p:cNvPr>
          <p:cNvSpPr>
            <a:spLocks xmlns:a="http://schemas.openxmlformats.org/drawingml/2006/main" noGrp="1"/>
          </p:cNvSpPr>
          <p:nvPr/>
        </p:nvSpPr>
        <p:spPr>
          <a:xfrm xmlns:a="http://schemas.openxmlformats.org/drawingml/2006/main">
            <a:off x="960120" y="5660136"/>
            <a:ext cx="411480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lnSpc>
                <a:spcPct val="100000"/>
              </a:lnSpc>
              <a:spcBef>
                <a:spcPts val="0"/>
              </a:spcBef>
              <a:spcAft>
                <a:spcPts val="400"/>
              </a:spcAft>
              <a:buNone/>
            </a:pPr>
            <a:r>
              <a:rPr sz="1400" b="0">
                <a:solidFill>
                  <a:srgbClr val="202A22"/>
                </a:solidFill>
                <a:latin typeface="Calibri"/>
                <a:ea typeface="Calibri"/>
                <a:cs typeface="Calibri"/>
              </a:rPr>
              <a:t>Fall 2021</a:t>
            </a:r>
          </a:p>
        </p:txBody>
      </p:sp>
      <p:sp>
        <p:nvSpPr>
          <p:cNvPr id="30" name="TextBox 29">
            <a:extLst xmlns:a="http://schemas.openxmlformats.org/drawingml/2006/main">
              <a:ext uri="{FF2B5EF4-FFF2-40B4-BE49-F238E27FC236}">
                <a16:creationId xmlns:a16="http://schemas.microsoft.com/office/drawing/2014/main" id="{5B372FC2-928E-4BE4-B850-9CDB75798DF0}"/>
              </a:ext>
            </a:extLst>
          </p:cNvPr>
          <p:cNvSpPr>
            <a:spLocks xmlns:a="http://schemas.openxmlformats.org/drawingml/2006/main" noGrp="1"/>
          </p:cNvSpPr>
          <p:nvPr/>
        </p:nvSpPr>
        <p:spPr>
          <a:xfrm xmlns:a="http://schemas.openxmlformats.org/drawingml/2006/main">
            <a:off x="5486400" y="5660136"/>
            <a:ext cx="228600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ctr">
              <a:lnSpc>
                <a:spcPct val="100000"/>
              </a:lnSpc>
              <a:spcBef>
                <a:spcPts val="0"/>
              </a:spcBef>
              <a:spcAft>
                <a:spcPts val="400"/>
              </a:spcAft>
              <a:buNone/>
            </a:pPr>
            <a:r>
              <a:rPr sz="1400" b="0">
                <a:solidFill>
                  <a:srgbClr val="202A22"/>
                </a:solidFill>
                <a:latin typeface="Calibri"/>
                <a:ea typeface="Calibri"/>
                <a:cs typeface="Calibri"/>
              </a:rPr>
              <a:t>10</a:t>
            </a:r>
          </a:p>
        </p:txBody>
      </p:sp>
      <p:sp>
        <p:nvSpPr>
          <p:cNvPr id="31" name="TextBox 30">
            <a:extLst xmlns:a="http://schemas.openxmlformats.org/drawingml/2006/main">
              <a:ext uri="{FF2B5EF4-FFF2-40B4-BE49-F238E27FC236}">
                <a16:creationId xmlns:a16="http://schemas.microsoft.com/office/drawing/2014/main" id="{5E6ABF77-DE4A-42FB-A0D3-18DA3BC89B03}"/>
              </a:ext>
            </a:extLst>
          </p:cNvPr>
          <p:cNvSpPr>
            <a:spLocks xmlns:a="http://schemas.openxmlformats.org/drawingml/2006/main" noGrp="1"/>
          </p:cNvSpPr>
          <p:nvPr/>
        </p:nvSpPr>
        <p:spPr>
          <a:xfrm xmlns:a="http://schemas.openxmlformats.org/drawingml/2006/main">
            <a:off x="8046720" y="5660136"/>
            <a:ext cx="274320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ctr">
              <a:lnSpc>
                <a:spcPct val="100000"/>
              </a:lnSpc>
              <a:spcBef>
                <a:spcPts val="0"/>
              </a:spcBef>
              <a:spcAft>
                <a:spcPts val="400"/>
              </a:spcAft>
              <a:buNone/>
            </a:pPr>
            <a:r>
              <a:rPr sz="1400" b="1">
                <a:solidFill>
                  <a:srgbClr val="4C7A3F"/>
                </a:solidFill>
                <a:latin typeface="Calibri"/>
                <a:ea typeface="Calibri"/>
                <a:cs typeface="Calibri"/>
              </a:rPr>
              <a:t>4</a:t>
            </a:r>
          </a:p>
        </p:txBody>
      </p:sp>
    </p:spTree>
    <p:extLst>
      <p:ext uri="{BB962C8B-B14F-4D97-AF65-F5344CB8AC3E}">
        <p14:creationId xmlns:p14="http://schemas.microsoft.com/office/powerpoint/2010/main" val="1100585571"/>
      </p:ext>
    </p:extLst>
  </p:cSld>
</p:sld>
</file>

<file path=ppt/slides/slide5.xml><?xml version="1.0" encoding="utf-8"?>
<p:sld xmlns:p="http://schemas.openxmlformats.org/presentationml/2006/main">
  <p:cSld>
    <p:spTree>
      <p:nvGrpSpPr>
        <p:cNvPr id="1" name=""/>
        <p:cNvGrpSpPr/>
        <p:nvPr/>
      </p:nvGrpSpPr>
      <p:grpSpPr>
        <a:xfrm xmlns:a="http://schemas.openxmlformats.org/drawingml/2006/main"/>
      </p:grpSpPr>
      <p:sp>
        <p:nvSpPr>
          <p:cNvPr id="2" name="Rectangle 1">
            <a:extLst xmlns:a="http://schemas.openxmlformats.org/drawingml/2006/main">
              <a:ext uri="{FF2B5EF4-FFF2-40B4-BE49-F238E27FC236}">
                <a16:creationId xmlns:a16="http://schemas.microsoft.com/office/drawing/2014/main" id="{5BF337AE-DEBE-46A7-896C-918E7834A042}"/>
              </a:ext>
            </a:extLst>
          </p:cNvPr>
          <p:cNvSpPr>
            <a:spLocks xmlns:a="http://schemas.openxmlformats.org/drawingml/2006/main" noGrp="1"/>
          </p:cNvSpPr>
          <p:nvPr/>
        </p:nvSpPr>
        <p:spPr>
          <a:xfrm xmlns:a="http://schemas.openxmlformats.org/drawingml/2006/main">
            <a:off x="0" y="0"/>
            <a:ext cx="12191695" cy="6858000"/>
          </a:xfrm>
          <a:prstGeom xmlns:a="http://schemas.openxmlformats.org/drawingml/2006/main" prst="rect">
            <a:avLst/>
          </a:prstGeom>
          <a:solidFill xmlns:a="http://schemas.openxmlformats.org/drawingml/2006/main">
            <a:srgbClr val="FFFFFF"/>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Oval 2">
            <a:extLst xmlns:a="http://schemas.openxmlformats.org/drawingml/2006/main">
              <a:ext uri="{FF2B5EF4-FFF2-40B4-BE49-F238E27FC236}">
                <a16:creationId xmlns:a16="http://schemas.microsoft.com/office/drawing/2014/main" id="{74C6FBD7-A559-4ED1-B6CB-ADB717FB3D5E}"/>
              </a:ext>
            </a:extLst>
          </p:cNvPr>
          <p:cNvSpPr>
            <a:spLocks xmlns:a="http://schemas.openxmlformats.org/drawingml/2006/main" noGrp="1"/>
          </p:cNvSpPr>
          <p:nvPr/>
        </p:nvSpPr>
        <p:spPr>
          <a:xfrm xmlns:a="http://schemas.openxmlformats.org/drawingml/2006/main">
            <a:off x="640080" y="566928"/>
            <a:ext cx="548640" cy="548640"/>
          </a:xfrm>
          <a:prstGeom xmlns:a="http://schemas.openxmlformats.org/drawingml/2006/main" prst="ellipse">
            <a:avLst/>
          </a:prstGeom>
          <a:solidFill xmlns:a="http://schemas.openxmlformats.org/drawingml/2006/main">
            <a:srgbClr val="4C7A3F"/>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wrap="none" lIns="0" tIns="0" rIns="0" bIns="0" anchor="ctr"/>
          <a:lstStyle xmlns:a="http://schemas.openxmlformats.org/drawingml/2006/main"/>
          <a:p xmlns:a="http://schemas.openxmlformats.org/drawingml/2006/main">
            <a:pPr algn="ctr">
              <a:buNone/>
            </a:pPr>
            <a:r>
              <a:rPr sz="1800" b="1">
                <a:solidFill>
                  <a:srgbClr val="FFFFFF"/>
                </a:solidFill>
                <a:latin typeface="Cambria"/>
                <a:ea typeface="Cambria"/>
                <a:cs typeface="Cambria"/>
              </a:rPr>
              <a:t>3</a:t>
            </a:r>
          </a:p>
        </p:txBody>
      </p:sp>
      <p:sp>
        <p:nvSpPr>
          <p:cNvPr id="4" name="TextBox 3">
            <a:extLst xmlns:a="http://schemas.openxmlformats.org/drawingml/2006/main">
              <a:ext uri="{FF2B5EF4-FFF2-40B4-BE49-F238E27FC236}">
                <a16:creationId xmlns:a16="http://schemas.microsoft.com/office/drawing/2014/main" id="{CEBF2F1B-5C50-495A-BD5D-BBA511A250E4}"/>
              </a:ext>
            </a:extLst>
          </p:cNvPr>
          <p:cNvSpPr>
            <a:spLocks xmlns:a="http://schemas.openxmlformats.org/drawingml/2006/main" noGrp="1"/>
          </p:cNvSpPr>
          <p:nvPr/>
        </p:nvSpPr>
        <p:spPr>
          <a:xfrm xmlns:a="http://schemas.openxmlformats.org/drawingml/2006/main">
            <a:off x="1371600" y="502920"/>
            <a:ext cx="9875520" cy="73152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lnSpc>
                <a:spcPct val="100000"/>
              </a:lnSpc>
              <a:spcBef>
                <a:spcPts val="0"/>
              </a:spcBef>
              <a:spcAft>
                <a:spcPts val="400"/>
              </a:spcAft>
              <a:buNone/>
            </a:pPr>
            <a:r>
              <a:rPr sz="3000" b="1">
                <a:solidFill>
                  <a:srgbClr val="224B2A"/>
                </a:solidFill>
                <a:latin typeface="Cambria"/>
                <a:ea typeface="Cambria"/>
                <a:cs typeface="Cambria"/>
              </a:rPr>
              <a:t>Objectif 1 — Diagnostic : que détecte le pipeline ?</a:t>
            </a:r>
          </a:p>
        </p:txBody>
      </p:sp>
      <p:sp>
        <p:nvSpPr>
          <p:cNvPr id="5" name="TextBox 4">
            <a:extLst xmlns:a="http://schemas.openxmlformats.org/drawingml/2006/main">
              <a:ext uri="{FF2B5EF4-FFF2-40B4-BE49-F238E27FC236}">
                <a16:creationId xmlns:a16="http://schemas.microsoft.com/office/drawing/2014/main" id="{0F908040-F2A3-4A22-989A-B6C4B953F6A3}"/>
              </a:ext>
            </a:extLst>
          </p:cNvPr>
          <p:cNvSpPr>
            <a:spLocks xmlns:a="http://schemas.openxmlformats.org/drawingml/2006/main" noGrp="1"/>
          </p:cNvSpPr>
          <p:nvPr/>
        </p:nvSpPr>
        <p:spPr>
          <a:xfrm xmlns:a="http://schemas.openxmlformats.org/drawingml/2006/main">
            <a:off x="1371600" y="1078992"/>
            <a:ext cx="100584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lnSpc>
                <a:spcPct val="100000"/>
              </a:lnSpc>
              <a:spcBef>
                <a:spcPts val="0"/>
              </a:spcBef>
              <a:spcAft>
                <a:spcPts val="400"/>
              </a:spcAft>
              <a:buNone/>
            </a:pPr>
            <a:r>
              <a:rPr sz="1400" b="0">
                <a:solidFill>
                  <a:srgbClr val="6A766C"/>
                </a:solidFill>
                <a:latin typeface="Calibri"/>
                <a:ea typeface="Calibri"/>
                <a:cs typeface="Calibri"/>
              </a:rPr>
              <a:t>Confrontation aux scores cliniques SLS (Winter 2019, synchrone)</a:t>
            </a:r>
          </a:p>
        </p:txBody>
      </p:sp>
      <p:sp>
        <p:nvSpPr>
          <p:cNvPr id="6" name="Rounded Rectangle 5">
            <a:extLst xmlns:a="http://schemas.openxmlformats.org/drawingml/2006/main">
              <a:ext uri="{FF2B5EF4-FFF2-40B4-BE49-F238E27FC236}">
                <a16:creationId xmlns:a16="http://schemas.microsoft.com/office/drawing/2014/main" id="{3C21D041-99F1-48A2-889A-5B2635F33AE3}"/>
              </a:ext>
            </a:extLst>
          </p:cNvPr>
          <p:cNvSpPr>
            <a:spLocks xmlns:a="http://schemas.openxmlformats.org/drawingml/2006/main" noGrp="1"/>
          </p:cNvSpPr>
          <p:nvPr/>
        </p:nvSpPr>
        <p:spPr>
          <a:xfrm xmlns:a="http://schemas.openxmlformats.org/drawingml/2006/main">
            <a:off x="640080" y="1645920"/>
            <a:ext cx="5349240" cy="2011680"/>
          </a:xfrm>
          <a:prstGeom xmlns:a="http://schemas.openxmlformats.org/drawingml/2006/main" prst="roundRect">
            <a:avLst>
              <a:gd name="adj" fmla="val 9000"/>
            </a:avLst>
          </a:prstGeom>
          <a:solidFill xmlns:a="http://schemas.openxmlformats.org/drawingml/2006/main">
            <a:srgbClr val="F3F6EF"/>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7" name="TextBox 6">
            <a:extLst xmlns:a="http://schemas.openxmlformats.org/drawingml/2006/main">
              <a:ext uri="{FF2B5EF4-FFF2-40B4-BE49-F238E27FC236}">
                <a16:creationId xmlns:a16="http://schemas.microsoft.com/office/drawing/2014/main" id="{632B0A01-7E48-4D3B-A57D-B9769B4F7DE7}"/>
              </a:ext>
            </a:extLst>
          </p:cNvPr>
          <p:cNvSpPr>
            <a:spLocks xmlns:a="http://schemas.openxmlformats.org/drawingml/2006/main" noGrp="1"/>
          </p:cNvSpPr>
          <p:nvPr/>
        </p:nvSpPr>
        <p:spPr>
          <a:xfrm xmlns:a="http://schemas.openxmlformats.org/drawingml/2006/main">
            <a:off x="914400" y="1828800"/>
            <a:ext cx="484632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lnSpc>
                <a:spcPct val="100000"/>
              </a:lnSpc>
              <a:spcBef>
                <a:spcPts val="0"/>
              </a:spcBef>
              <a:spcAft>
                <a:spcPts val="400"/>
              </a:spcAft>
              <a:buNone/>
            </a:pPr>
            <a:r>
              <a:rPr sz="1700" b="1">
                <a:solidFill>
                  <a:srgbClr val="4C7A3F"/>
                </a:solidFill>
                <a:latin typeface="Cambria"/>
                <a:ea typeface="Cambria"/>
                <a:cs typeface="Cambria"/>
              </a:rPr>
              <a:t>✓  Ce qui fonctionne</a:t>
            </a:r>
          </a:p>
        </p:txBody>
      </p:sp>
      <p:sp>
        <p:nvSpPr>
          <p:cNvPr id="8" name="TextBox 7">
            <a:extLst xmlns:a="http://schemas.openxmlformats.org/drawingml/2006/main">
              <a:ext uri="{FF2B5EF4-FFF2-40B4-BE49-F238E27FC236}">
                <a16:creationId xmlns:a16="http://schemas.microsoft.com/office/drawing/2014/main" id="{06D05327-B34C-4C16-9C8D-E63BB1437FC6}"/>
              </a:ext>
            </a:extLst>
          </p:cNvPr>
          <p:cNvSpPr>
            <a:spLocks xmlns:a="http://schemas.openxmlformats.org/drawingml/2006/main" noGrp="1"/>
          </p:cNvSpPr>
          <p:nvPr/>
        </p:nvSpPr>
        <p:spPr>
          <a:xfrm xmlns:a="http://schemas.openxmlformats.org/drawingml/2006/main">
            <a:off x="914400" y="2377440"/>
            <a:ext cx="4846320" cy="118872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lnSpc>
                <a:spcPct val="100000"/>
              </a:lnSpc>
              <a:spcBef>
                <a:spcPts val="0"/>
              </a:spcBef>
              <a:spcAft>
                <a:spcPts val="500"/>
              </a:spcAft>
              <a:buNone/>
            </a:pPr>
            <a:r>
              <a:rPr sz="1400" b="0">
                <a:solidFill>
                  <a:srgbClr val="202A22"/>
                </a:solidFill>
                <a:latin typeface="Calibri"/>
                <a:ea typeface="Calibri"/>
                <a:cs typeface="Calibri"/>
              </a:rPr>
              <a:t>Le pipeline se transfère techniquement aux données McGill, sans modification ni réglage.</a:t>
            </a:r>
          </a:p>
          <a:p xmlns:a="http://schemas.openxmlformats.org/drawingml/2006/main">
            <a:pPr algn="l">
              <a:lnSpc>
                <a:spcPct val="100000"/>
              </a:lnSpc>
              <a:spcBef>
                <a:spcPts val="0"/>
              </a:spcBef>
              <a:spcAft>
                <a:spcPts val="500"/>
              </a:spcAft>
              <a:buNone/>
            </a:pPr>
            <a:r>
              <a:rPr sz="1400" b="0">
                <a:solidFill>
                  <a:srgbClr val="202A22"/>
                </a:solidFill>
                <a:latin typeface="Calibri"/>
                <a:ea typeface="Calibri"/>
                <a:cs typeface="Calibri"/>
              </a:rPr>
              <a:t>La portabilité est démontrée.</a:t>
            </a:r>
          </a:p>
        </p:txBody>
      </p:sp>
      <p:sp>
        <p:nvSpPr>
          <p:cNvPr id="9" name="Rounded Rectangle 8">
            <a:extLst xmlns:a="http://schemas.openxmlformats.org/drawingml/2006/main">
              <a:ext uri="{FF2B5EF4-FFF2-40B4-BE49-F238E27FC236}">
                <a16:creationId xmlns:a16="http://schemas.microsoft.com/office/drawing/2014/main" id="{52305249-E279-4FEF-B4B9-C209FD0C49FD}"/>
              </a:ext>
            </a:extLst>
          </p:cNvPr>
          <p:cNvSpPr>
            <a:spLocks xmlns:a="http://schemas.openxmlformats.org/drawingml/2006/main" noGrp="1"/>
          </p:cNvSpPr>
          <p:nvPr/>
        </p:nvSpPr>
        <p:spPr>
          <a:xfrm xmlns:a="http://schemas.openxmlformats.org/drawingml/2006/main">
            <a:off x="6172200" y="1645920"/>
            <a:ext cx="5349240" cy="2011680"/>
          </a:xfrm>
          <a:prstGeom xmlns:a="http://schemas.openxmlformats.org/drawingml/2006/main" prst="roundRect">
            <a:avLst>
              <a:gd name="adj" fmla="val 9000"/>
            </a:avLst>
          </a:prstGeom>
          <a:solidFill xmlns:a="http://schemas.openxmlformats.org/drawingml/2006/main">
            <a:srgbClr val="F7EEE2"/>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0" name="TextBox 9">
            <a:extLst xmlns:a="http://schemas.openxmlformats.org/drawingml/2006/main">
              <a:ext uri="{FF2B5EF4-FFF2-40B4-BE49-F238E27FC236}">
                <a16:creationId xmlns:a16="http://schemas.microsoft.com/office/drawing/2014/main" id="{64B174B8-3C3E-4F92-A596-F175CC00A3AC}"/>
              </a:ext>
            </a:extLst>
          </p:cNvPr>
          <p:cNvSpPr>
            <a:spLocks xmlns:a="http://schemas.openxmlformats.org/drawingml/2006/main" noGrp="1"/>
          </p:cNvSpPr>
          <p:nvPr/>
        </p:nvSpPr>
        <p:spPr>
          <a:xfrm xmlns:a="http://schemas.openxmlformats.org/drawingml/2006/main">
            <a:off x="6446520" y="1828800"/>
            <a:ext cx="484632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lnSpc>
                <a:spcPct val="100000"/>
              </a:lnSpc>
              <a:spcBef>
                <a:spcPts val="0"/>
              </a:spcBef>
              <a:spcAft>
                <a:spcPts val="400"/>
              </a:spcAft>
              <a:buNone/>
            </a:pPr>
            <a:r>
              <a:rPr sz="1700" b="1">
                <a:solidFill>
                  <a:srgbClr val="C07A2B"/>
                </a:solidFill>
                <a:latin typeface="Cambria"/>
                <a:ea typeface="Cambria"/>
                <a:cs typeface="Cambria"/>
              </a:rPr>
              <a:t>✗  Ce qui ne concorde pas</a:t>
            </a:r>
          </a:p>
        </p:txBody>
      </p:sp>
      <p:sp>
        <p:nvSpPr>
          <p:cNvPr id="11" name="TextBox 10">
            <a:extLst xmlns:a="http://schemas.openxmlformats.org/drawingml/2006/main">
              <a:ext uri="{FF2B5EF4-FFF2-40B4-BE49-F238E27FC236}">
                <a16:creationId xmlns:a16="http://schemas.microsoft.com/office/drawing/2014/main" id="{A4B3A067-4912-41C9-8A52-2F8597070262}"/>
              </a:ext>
            </a:extLst>
          </p:cNvPr>
          <p:cNvSpPr>
            <a:spLocks xmlns:a="http://schemas.openxmlformats.org/drawingml/2006/main" noGrp="1"/>
          </p:cNvSpPr>
          <p:nvPr/>
        </p:nvSpPr>
        <p:spPr>
          <a:xfrm xmlns:a="http://schemas.openxmlformats.org/drawingml/2006/main">
            <a:off x="6446520" y="2377440"/>
            <a:ext cx="4846320" cy="118872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lnSpc>
                <a:spcPct val="100000"/>
              </a:lnSpc>
              <a:spcBef>
                <a:spcPts val="0"/>
              </a:spcBef>
              <a:spcAft>
                <a:spcPts val="500"/>
              </a:spcAft>
              <a:buNone/>
            </a:pPr>
            <a:r>
              <a:rPr sz="1400" b="0">
                <a:solidFill>
                  <a:srgbClr val="202A22"/>
                </a:solidFill>
                <a:latin typeface="Calibri"/>
                <a:ea typeface="Calibri"/>
                <a:cs typeface="Calibri"/>
              </a:rPr>
              <a:t>Les alertes ne correspondent pas aux vaches cliniquement boiteuses.</a:t>
            </a:r>
          </a:p>
          <a:p xmlns:a="http://schemas.openxmlformats.org/drawingml/2006/main">
            <a:pPr algn="l">
              <a:lnSpc>
                <a:spcPct val="100000"/>
              </a:lnSpc>
              <a:spcBef>
                <a:spcPts val="0"/>
              </a:spcBef>
              <a:spcAft>
                <a:spcPts val="500"/>
              </a:spcAft>
              <a:buNone/>
            </a:pPr>
            <a:r>
              <a:rPr sz="1400" b="0">
                <a:solidFill>
                  <a:srgbClr val="202A22"/>
                </a:solidFill>
                <a:latin typeface="Calibri"/>
                <a:ea typeface="Calibri"/>
                <a:cs typeface="Calibri"/>
              </a:rPr>
              <a:t>Corrélation nulle (AUC ≈ 0,24, p = 0,65).</a:t>
            </a:r>
          </a:p>
        </p:txBody>
      </p:sp>
      <p:sp>
        <p:nvSpPr>
          <p:cNvPr id="12" name="Rounded Rectangle 11">
            <a:extLst xmlns:a="http://schemas.openxmlformats.org/drawingml/2006/main">
              <a:ext uri="{FF2B5EF4-FFF2-40B4-BE49-F238E27FC236}">
                <a16:creationId xmlns:a16="http://schemas.microsoft.com/office/drawing/2014/main" id="{C7E09D0B-5641-461E-88E8-1748CFDF120A}"/>
              </a:ext>
            </a:extLst>
          </p:cNvPr>
          <p:cNvSpPr>
            <a:spLocks xmlns:a="http://schemas.openxmlformats.org/drawingml/2006/main" noGrp="1"/>
          </p:cNvSpPr>
          <p:nvPr/>
        </p:nvSpPr>
        <p:spPr>
          <a:xfrm xmlns:a="http://schemas.openxmlformats.org/drawingml/2006/main">
            <a:off x="640080" y="3886200"/>
            <a:ext cx="10881360" cy="2057400"/>
          </a:xfrm>
          <a:prstGeom xmlns:a="http://schemas.openxmlformats.org/drawingml/2006/main" prst="roundRect">
            <a:avLst>
              <a:gd name="adj" fmla="val 7000"/>
            </a:avLst>
          </a:prstGeom>
          <a:solidFill xmlns:a="http://schemas.openxmlformats.org/drawingml/2006/main">
            <a:srgbClr val="224B2A"/>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3" name="TextBox 12">
            <a:extLst xmlns:a="http://schemas.openxmlformats.org/drawingml/2006/main">
              <a:ext uri="{FF2B5EF4-FFF2-40B4-BE49-F238E27FC236}">
                <a16:creationId xmlns:a16="http://schemas.microsoft.com/office/drawing/2014/main" id="{1DA07B66-AD83-4F26-8CC6-4744BCD87C3E}"/>
              </a:ext>
            </a:extLst>
          </p:cNvPr>
          <p:cNvSpPr>
            <a:spLocks xmlns:a="http://schemas.openxmlformats.org/drawingml/2006/main" noGrp="1"/>
          </p:cNvSpPr>
          <p:nvPr/>
        </p:nvSpPr>
        <p:spPr>
          <a:xfrm xmlns:a="http://schemas.openxmlformats.org/drawingml/2006/main">
            <a:off x="1005840" y="4114800"/>
            <a:ext cx="1014984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lnSpc>
                <a:spcPct val="100000"/>
              </a:lnSpc>
              <a:spcBef>
                <a:spcPts val="0"/>
              </a:spcBef>
              <a:spcAft>
                <a:spcPts val="400"/>
              </a:spcAft>
              <a:buNone/>
            </a:pPr>
            <a:r>
              <a:rPr sz="1800" b="1">
                <a:solidFill>
                  <a:srgbClr val="8FB36A"/>
                </a:solidFill>
                <a:latin typeface="Cambria"/>
                <a:ea typeface="Cambria"/>
                <a:cs typeface="Cambria"/>
              </a:rPr>
              <a:t>La cause : le capteur, pas l'algorithme</a:t>
            </a:r>
          </a:p>
        </p:txBody>
      </p:sp>
      <p:sp>
        <p:nvSpPr>
          <p:cNvPr id="14" name="TextBox 13">
            <a:extLst xmlns:a="http://schemas.openxmlformats.org/drawingml/2006/main">
              <a:ext uri="{FF2B5EF4-FFF2-40B4-BE49-F238E27FC236}">
                <a16:creationId xmlns:a16="http://schemas.microsoft.com/office/drawing/2014/main" id="{3F199F87-00FF-4052-88D1-E184593C3C17}"/>
              </a:ext>
            </a:extLst>
          </p:cNvPr>
          <p:cNvSpPr>
            <a:spLocks xmlns:a="http://schemas.openxmlformats.org/drawingml/2006/main" noGrp="1"/>
          </p:cNvSpPr>
          <p:nvPr/>
        </p:nvSpPr>
        <p:spPr>
          <a:xfrm xmlns:a="http://schemas.openxmlformats.org/drawingml/2006/main">
            <a:off x="1005840" y="4663440"/>
            <a:ext cx="10149840" cy="118872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lnSpc>
                <a:spcPct val="100000"/>
              </a:lnSpc>
              <a:spcBef>
                <a:spcPts val="0"/>
              </a:spcBef>
              <a:spcAft>
                <a:spcPts val="700"/>
              </a:spcAft>
              <a:buNone/>
            </a:pPr>
            <a:r>
              <a:rPr sz="1500" b="0">
                <a:solidFill>
                  <a:srgbClr val="FFFFFF"/>
                </a:solidFill>
                <a:latin typeface="Calibri"/>
                <a:ea typeface="Calibri"/>
                <a:cs typeface="Calibri"/>
              </a:rPr>
              <a:t>Deux familles de variables testées (activité ET couchage) : aucun signal séparant boiteuses et saines.</a:t>
            </a:r>
          </a:p>
          <a:p xmlns:a="http://schemas.openxmlformats.org/drawingml/2006/main">
            <a:pPr algn="l">
              <a:lnSpc>
                <a:spcPct val="100000"/>
              </a:lnSpc>
              <a:spcBef>
                <a:spcPts val="0"/>
              </a:spcBef>
              <a:spcAft>
                <a:spcPts val="700"/>
              </a:spcAft>
              <a:buNone/>
            </a:pPr>
            <a:r>
              <a:rPr sz="1500" b="0">
                <a:solidFill>
                  <a:srgbClr val="FFFFFF"/>
                </a:solidFill>
                <a:latin typeface="Calibri"/>
                <a:ea typeface="Calibri"/>
                <a:cs typeface="Calibri"/>
              </a:rPr>
              <a:t>L'IceTag mesure </a:t>
            </a:r>
            <a:r>
              <a:rPr sz="1500" b="1">
                <a:solidFill>
                  <a:srgbClr val="8FB36A"/>
                </a:solidFill>
                <a:latin typeface="Calibri"/>
                <a:ea typeface="Calibri"/>
                <a:cs typeface="Calibri"/>
              </a:rPr>
              <a:t>la quantité de mouvement</a:t>
            </a:r>
            <a:r>
              <a:rPr sz="1500" b="0">
                <a:solidFill>
                  <a:srgbClr val="FFFFFF"/>
                </a:solidFill>
                <a:latin typeface="Calibri"/>
                <a:ea typeface="Calibri"/>
                <a:cs typeface="Calibri"/>
              </a:rPr>
              <a:t>, pas </a:t>
            </a:r>
            <a:r>
              <a:rPr sz="1500" b="1">
                <a:solidFill>
                  <a:srgbClr val="8FB36A"/>
                </a:solidFill>
                <a:latin typeface="Calibri"/>
                <a:ea typeface="Calibri"/>
                <a:cs typeface="Calibri"/>
              </a:rPr>
              <a:t>l'asymétrie de démarche</a:t>
            </a:r>
            <a:r>
              <a:rPr sz="1500" b="0">
                <a:solidFill>
                  <a:srgbClr val="FFFFFF"/>
                </a:solidFill>
                <a:latin typeface="Calibri"/>
                <a:ea typeface="Calibri"/>
                <a:cs typeface="Calibri"/>
              </a:rPr>
              <a:t> — seul marqueur de la boiterie légère.</a:t>
            </a:r>
          </a:p>
          <a:p xmlns:a="http://schemas.openxmlformats.org/drawingml/2006/main">
            <a:pPr algn="l">
              <a:lnSpc>
                <a:spcPct val="100000"/>
              </a:lnSpc>
              <a:spcBef>
                <a:spcPts val="0"/>
              </a:spcBef>
              <a:spcAft>
                <a:spcPts val="700"/>
              </a:spcAft>
              <a:buNone/>
            </a:pPr>
            <a:r>
              <a:rPr sz="1400" b="0" i="1">
                <a:solidFill>
                  <a:srgbClr val="CFE2BC"/>
                </a:solidFill>
                <a:latin typeface="Calibri"/>
                <a:ea typeface="Calibri"/>
                <a:cs typeface="Calibri"/>
              </a:rPr>
              <a:t>→ Confirmé par McGill : peu, voire pas, de vaches cliniquement boiteuses dans les essais.</a:t>
            </a:r>
          </a:p>
        </p:txBody>
      </p:sp>
    </p:spTree>
    <p:extLst>
      <p:ext uri="{BB962C8B-B14F-4D97-AF65-F5344CB8AC3E}">
        <p14:creationId xmlns:p14="http://schemas.microsoft.com/office/powerpoint/2010/main" val="1626473608"/>
      </p:ext>
    </p:extLst>
  </p:cSld>
</p:sld>
</file>

<file path=ppt/slides/slide6.xml><?xml version="1.0" encoding="utf-8"?>
<p:sld xmlns:p="http://schemas.openxmlformats.org/presentationml/2006/main">
  <p:cSld>
    <p:spTree>
      <p:nvGrpSpPr>
        <p:cNvPr id="1" name=""/>
        <p:cNvGrpSpPr/>
        <p:nvPr/>
      </p:nvGrpSpPr>
      <p:grpSpPr>
        <a:xfrm xmlns:a="http://schemas.openxmlformats.org/drawingml/2006/main"/>
      </p:grpSpPr>
      <p:sp>
        <p:nvSpPr>
          <p:cNvPr id="2" name="Rectangle 1">
            <a:extLst xmlns:a="http://schemas.openxmlformats.org/drawingml/2006/main">
              <a:ext uri="{FF2B5EF4-FFF2-40B4-BE49-F238E27FC236}">
                <a16:creationId xmlns:a16="http://schemas.microsoft.com/office/drawing/2014/main" id="{692E97A1-07BF-4302-9C31-8BB7DF0403D5}"/>
              </a:ext>
            </a:extLst>
          </p:cNvPr>
          <p:cNvSpPr>
            <a:spLocks xmlns:a="http://schemas.openxmlformats.org/drawingml/2006/main" noGrp="1"/>
          </p:cNvSpPr>
          <p:nvPr/>
        </p:nvSpPr>
        <p:spPr>
          <a:xfrm xmlns:a="http://schemas.openxmlformats.org/drawingml/2006/main">
            <a:off x="0" y="0"/>
            <a:ext cx="12191695" cy="6858000"/>
          </a:xfrm>
          <a:prstGeom xmlns:a="http://schemas.openxmlformats.org/drawingml/2006/main" prst="rect">
            <a:avLst/>
          </a:prstGeom>
          <a:solidFill xmlns:a="http://schemas.openxmlformats.org/drawingml/2006/main">
            <a:srgbClr val="FFFFFF"/>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Oval 2">
            <a:extLst xmlns:a="http://schemas.openxmlformats.org/drawingml/2006/main">
              <a:ext uri="{FF2B5EF4-FFF2-40B4-BE49-F238E27FC236}">
                <a16:creationId xmlns:a16="http://schemas.microsoft.com/office/drawing/2014/main" id="{BB6E0E3B-A4D7-412B-B21B-F243C101BA4E}"/>
              </a:ext>
            </a:extLst>
          </p:cNvPr>
          <p:cNvSpPr>
            <a:spLocks xmlns:a="http://schemas.openxmlformats.org/drawingml/2006/main" noGrp="1"/>
          </p:cNvSpPr>
          <p:nvPr/>
        </p:nvSpPr>
        <p:spPr>
          <a:xfrm xmlns:a="http://schemas.openxmlformats.org/drawingml/2006/main">
            <a:off x="640080" y="566928"/>
            <a:ext cx="548640" cy="548640"/>
          </a:xfrm>
          <a:prstGeom xmlns:a="http://schemas.openxmlformats.org/drawingml/2006/main" prst="ellipse">
            <a:avLst/>
          </a:prstGeom>
          <a:solidFill xmlns:a="http://schemas.openxmlformats.org/drawingml/2006/main">
            <a:srgbClr val="4C7A3F"/>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wrap="none" lIns="0" tIns="0" rIns="0" bIns="0" anchor="ctr"/>
          <a:lstStyle xmlns:a="http://schemas.openxmlformats.org/drawingml/2006/main"/>
          <a:p xmlns:a="http://schemas.openxmlformats.org/drawingml/2006/main">
            <a:pPr algn="ctr">
              <a:buNone/>
            </a:pPr>
            <a:r>
              <a:rPr sz="1800" b="1">
                <a:solidFill>
                  <a:srgbClr val="FFFFFF"/>
                </a:solidFill>
                <a:latin typeface="Cambria"/>
                <a:ea typeface="Cambria"/>
                <a:cs typeface="Cambria"/>
              </a:rPr>
              <a:t>3</a:t>
            </a:r>
          </a:p>
        </p:txBody>
      </p:sp>
      <p:sp>
        <p:nvSpPr>
          <p:cNvPr id="4" name="TextBox 3">
            <a:extLst xmlns:a="http://schemas.openxmlformats.org/drawingml/2006/main">
              <a:ext uri="{FF2B5EF4-FFF2-40B4-BE49-F238E27FC236}">
                <a16:creationId xmlns:a16="http://schemas.microsoft.com/office/drawing/2014/main" id="{E7383B97-0F83-49FD-BE2E-6BD4B9BB4370}"/>
              </a:ext>
            </a:extLst>
          </p:cNvPr>
          <p:cNvSpPr>
            <a:spLocks xmlns:a="http://schemas.openxmlformats.org/drawingml/2006/main" noGrp="1"/>
          </p:cNvSpPr>
          <p:nvPr/>
        </p:nvSpPr>
        <p:spPr>
          <a:xfrm xmlns:a="http://schemas.openxmlformats.org/drawingml/2006/main">
            <a:off x="1371600" y="502920"/>
            <a:ext cx="9875520" cy="73152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lnSpc>
                <a:spcPct val="100000"/>
              </a:lnSpc>
              <a:spcBef>
                <a:spcPts val="0"/>
              </a:spcBef>
              <a:spcAft>
                <a:spcPts val="400"/>
              </a:spcAft>
              <a:buNone/>
            </a:pPr>
            <a:r>
              <a:rPr sz="3000" b="1">
                <a:solidFill>
                  <a:srgbClr val="224B2A"/>
                </a:solidFill>
                <a:latin typeface="Cambria"/>
                <a:ea typeface="Cambria"/>
                <a:cs typeface="Cambria"/>
              </a:rPr>
              <a:t>Objectif 1 — Alignement scans-alertes</a:t>
            </a:r>
          </a:p>
        </p:txBody>
      </p:sp>
      <p:sp>
        <p:nvSpPr>
          <p:cNvPr id="5" name="TextBox 4">
            <a:extLst xmlns:a="http://schemas.openxmlformats.org/drawingml/2006/main">
              <a:ext uri="{FF2B5EF4-FFF2-40B4-BE49-F238E27FC236}">
                <a16:creationId xmlns:a16="http://schemas.microsoft.com/office/drawing/2014/main" id="{EEA825CD-A63F-439A-91B8-64C93F913554}"/>
              </a:ext>
            </a:extLst>
          </p:cNvPr>
          <p:cNvSpPr>
            <a:spLocks xmlns:a="http://schemas.openxmlformats.org/drawingml/2006/main" noGrp="1"/>
          </p:cNvSpPr>
          <p:nvPr/>
        </p:nvSpPr>
        <p:spPr>
          <a:xfrm xmlns:a="http://schemas.openxmlformats.org/drawingml/2006/main">
            <a:off x="1371600" y="1078992"/>
            <a:ext cx="100584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lnSpc>
                <a:spcPct val="100000"/>
              </a:lnSpc>
              <a:spcBef>
                <a:spcPts val="0"/>
              </a:spcBef>
              <a:spcAft>
                <a:spcPts val="400"/>
              </a:spcAft>
              <a:buNone/>
            </a:pPr>
            <a:r>
              <a:rPr sz="1400" b="0">
                <a:solidFill>
                  <a:srgbClr val="6A766C"/>
                </a:solidFill>
                <a:latin typeface="Calibri"/>
                <a:ea typeface="Calibri"/>
                <a:cs typeface="Calibri"/>
              </a:rPr>
              <a:t>Concordance temporelle descriptive, pas validation clinique</a:t>
            </a:r>
          </a:p>
        </p:txBody>
      </p:sp>
      <p:sp>
        <p:nvSpPr>
          <p:cNvPr id="6" name="Rounded Rectangle 5">
            <a:extLst xmlns:a="http://schemas.openxmlformats.org/drawingml/2006/main">
              <a:ext uri="{FF2B5EF4-FFF2-40B4-BE49-F238E27FC236}">
                <a16:creationId xmlns:a16="http://schemas.microsoft.com/office/drawing/2014/main" id="{A6404E08-14F2-432D-96E6-28E64453B928}"/>
              </a:ext>
            </a:extLst>
          </p:cNvPr>
          <p:cNvSpPr>
            <a:spLocks xmlns:a="http://schemas.openxmlformats.org/drawingml/2006/main" noGrp="1"/>
          </p:cNvSpPr>
          <p:nvPr/>
        </p:nvSpPr>
        <p:spPr>
          <a:xfrm xmlns:a="http://schemas.openxmlformats.org/drawingml/2006/main">
            <a:off x="640080" y="1691640"/>
            <a:ext cx="3246120" cy="1828800"/>
          </a:xfrm>
          <a:prstGeom xmlns:a="http://schemas.openxmlformats.org/drawingml/2006/main" prst="roundRect">
            <a:avLst>
              <a:gd name="adj" fmla="val 10000"/>
            </a:avLst>
          </a:prstGeom>
          <a:solidFill xmlns:a="http://schemas.openxmlformats.org/drawingml/2006/main">
            <a:srgbClr val="F3F6EF"/>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7" name="TextBox 6">
            <a:extLst xmlns:a="http://schemas.openxmlformats.org/drawingml/2006/main">
              <a:ext uri="{FF2B5EF4-FFF2-40B4-BE49-F238E27FC236}">
                <a16:creationId xmlns:a16="http://schemas.microsoft.com/office/drawing/2014/main" id="{F13D226E-A44E-4DA0-BC31-3919B5DB3C04}"/>
              </a:ext>
            </a:extLst>
          </p:cNvPr>
          <p:cNvSpPr>
            <a:spLocks xmlns:a="http://schemas.openxmlformats.org/drawingml/2006/main" noGrp="1"/>
          </p:cNvSpPr>
          <p:nvPr/>
        </p:nvSpPr>
        <p:spPr>
          <a:xfrm xmlns:a="http://schemas.openxmlformats.org/drawingml/2006/main">
            <a:off x="640080" y="1874519"/>
            <a:ext cx="3246120" cy="82296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ctr">
              <a:lnSpc>
                <a:spcPct val="100000"/>
              </a:lnSpc>
              <a:spcBef>
                <a:spcPts val="0"/>
              </a:spcBef>
              <a:spcAft>
                <a:spcPts val="400"/>
              </a:spcAft>
              <a:buNone/>
            </a:pPr>
            <a:r>
              <a:rPr sz="4400" b="1">
                <a:solidFill>
                  <a:srgbClr val="4C7A3F"/>
                </a:solidFill>
                <a:latin typeface="Cambria"/>
                <a:ea typeface="Cambria"/>
                <a:cs typeface="Cambria"/>
              </a:rPr>
              <a:t>396</a:t>
            </a:r>
          </a:p>
        </p:txBody>
      </p:sp>
      <p:sp>
        <p:nvSpPr>
          <p:cNvPr id="8" name="TextBox 7">
            <a:extLst xmlns:a="http://schemas.openxmlformats.org/drawingml/2006/main">
              <a:ext uri="{FF2B5EF4-FFF2-40B4-BE49-F238E27FC236}">
                <a16:creationId xmlns:a16="http://schemas.microsoft.com/office/drawing/2014/main" id="{FF521569-BEC5-453F-98A2-FAF34445CD47}"/>
              </a:ext>
            </a:extLst>
          </p:cNvPr>
          <p:cNvSpPr>
            <a:spLocks xmlns:a="http://schemas.openxmlformats.org/drawingml/2006/main" noGrp="1"/>
          </p:cNvSpPr>
          <p:nvPr/>
        </p:nvSpPr>
        <p:spPr>
          <a:xfrm xmlns:a="http://schemas.openxmlformats.org/drawingml/2006/main">
            <a:off x="640080" y="2788920"/>
            <a:ext cx="324612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ctr">
              <a:lnSpc>
                <a:spcPct val="100000"/>
              </a:lnSpc>
              <a:spcBef>
                <a:spcPts val="0"/>
              </a:spcBef>
              <a:spcAft>
                <a:spcPts val="400"/>
              </a:spcAft>
              <a:buNone/>
            </a:pPr>
            <a:r>
              <a:rPr sz="1300" b="0">
                <a:solidFill>
                  <a:srgbClr val="6A766C"/>
                </a:solidFill>
                <a:latin typeface="Calibri"/>
                <a:ea typeface="Calibri"/>
                <a:cs typeface="Calibri"/>
              </a:rPr>
              <a:t>scans McGill datés</a:t>
            </a:r>
          </a:p>
        </p:txBody>
      </p:sp>
      <p:sp>
        <p:nvSpPr>
          <p:cNvPr id="9" name="Rounded Rectangle 8">
            <a:extLst xmlns:a="http://schemas.openxmlformats.org/drawingml/2006/main">
              <a:ext uri="{FF2B5EF4-FFF2-40B4-BE49-F238E27FC236}">
                <a16:creationId xmlns:a16="http://schemas.microsoft.com/office/drawing/2014/main" id="{F6BB4C80-A78C-4CE1-82FA-A3DB16DA48A7}"/>
              </a:ext>
            </a:extLst>
          </p:cNvPr>
          <p:cNvSpPr>
            <a:spLocks xmlns:a="http://schemas.openxmlformats.org/drawingml/2006/main" noGrp="1"/>
          </p:cNvSpPr>
          <p:nvPr/>
        </p:nvSpPr>
        <p:spPr>
          <a:xfrm xmlns:a="http://schemas.openxmlformats.org/drawingml/2006/main">
            <a:off x="4069080" y="1691640"/>
            <a:ext cx="3246120" cy="1828800"/>
          </a:xfrm>
          <a:prstGeom xmlns:a="http://schemas.openxmlformats.org/drawingml/2006/main" prst="roundRect">
            <a:avLst>
              <a:gd name="adj" fmla="val 10000"/>
            </a:avLst>
          </a:prstGeom>
          <a:solidFill xmlns:a="http://schemas.openxmlformats.org/drawingml/2006/main">
            <a:srgbClr val="F3F6EF"/>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0" name="TextBox 9">
            <a:extLst xmlns:a="http://schemas.openxmlformats.org/drawingml/2006/main">
              <a:ext uri="{FF2B5EF4-FFF2-40B4-BE49-F238E27FC236}">
                <a16:creationId xmlns:a16="http://schemas.microsoft.com/office/drawing/2014/main" id="{5A3ACBEE-92AC-4C90-A257-368C913AE40D}"/>
              </a:ext>
            </a:extLst>
          </p:cNvPr>
          <p:cNvSpPr>
            <a:spLocks xmlns:a="http://schemas.openxmlformats.org/drawingml/2006/main" noGrp="1"/>
          </p:cNvSpPr>
          <p:nvPr/>
        </p:nvSpPr>
        <p:spPr>
          <a:xfrm xmlns:a="http://schemas.openxmlformats.org/drawingml/2006/main">
            <a:off x="4069080" y="1874519"/>
            <a:ext cx="3246120" cy="82296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ctr">
              <a:lnSpc>
                <a:spcPct val="100000"/>
              </a:lnSpc>
              <a:spcBef>
                <a:spcPts val="0"/>
              </a:spcBef>
              <a:spcAft>
                <a:spcPts val="400"/>
              </a:spcAft>
              <a:buNone/>
            </a:pPr>
            <a:r>
              <a:rPr sz="3400" b="1">
                <a:solidFill>
                  <a:srgbClr val="4C7A3F"/>
                </a:solidFill>
                <a:latin typeface="Cambria"/>
                <a:ea typeface="Cambria"/>
                <a:cs typeface="Cambria"/>
              </a:rPr>
              <a:t>133</a:t>
            </a:r>
          </a:p>
        </p:txBody>
      </p:sp>
      <p:sp>
        <p:nvSpPr>
          <p:cNvPr id="11" name="TextBox 10">
            <a:extLst xmlns:a="http://schemas.openxmlformats.org/drawingml/2006/main">
              <a:ext uri="{FF2B5EF4-FFF2-40B4-BE49-F238E27FC236}">
                <a16:creationId xmlns:a16="http://schemas.microsoft.com/office/drawing/2014/main" id="{EEDF58E9-37AB-473C-A63C-97790F7339A0}"/>
              </a:ext>
            </a:extLst>
          </p:cNvPr>
          <p:cNvSpPr>
            <a:spLocks xmlns:a="http://schemas.openxmlformats.org/drawingml/2006/main" noGrp="1"/>
          </p:cNvSpPr>
          <p:nvPr/>
        </p:nvSpPr>
        <p:spPr>
          <a:xfrm xmlns:a="http://schemas.openxmlformats.org/drawingml/2006/main">
            <a:off x="4069080" y="2788920"/>
            <a:ext cx="324612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ctr">
              <a:lnSpc>
                <a:spcPct val="100000"/>
              </a:lnSpc>
              <a:spcBef>
                <a:spcPts val="0"/>
              </a:spcBef>
              <a:spcAft>
                <a:spcPts val="400"/>
              </a:spcAft>
              <a:buNone/>
            </a:pPr>
            <a:r>
              <a:rPr sz="1300" b="0">
                <a:solidFill>
                  <a:srgbClr val="6A766C"/>
                </a:solidFill>
                <a:latin typeface="Calibri"/>
                <a:ea typeface="Calibri"/>
                <a:cs typeface="Calibri"/>
              </a:rPr>
              <a:t>couverts par IceTag à ±1 jour</a:t>
            </a:r>
          </a:p>
        </p:txBody>
      </p:sp>
      <p:sp>
        <p:nvSpPr>
          <p:cNvPr id="12" name="Rounded Rectangle 11">
            <a:extLst xmlns:a="http://schemas.openxmlformats.org/drawingml/2006/main">
              <a:ext uri="{FF2B5EF4-FFF2-40B4-BE49-F238E27FC236}">
                <a16:creationId xmlns:a16="http://schemas.microsoft.com/office/drawing/2014/main" id="{255325A7-07BC-4D2D-A7FC-33C4C977C3F4}"/>
              </a:ext>
            </a:extLst>
          </p:cNvPr>
          <p:cNvSpPr>
            <a:spLocks xmlns:a="http://schemas.openxmlformats.org/drawingml/2006/main" noGrp="1"/>
          </p:cNvSpPr>
          <p:nvPr/>
        </p:nvSpPr>
        <p:spPr>
          <a:xfrm xmlns:a="http://schemas.openxmlformats.org/drawingml/2006/main">
            <a:off x="7498079" y="1691640"/>
            <a:ext cx="4023360" cy="1828800"/>
          </a:xfrm>
          <a:prstGeom xmlns:a="http://schemas.openxmlformats.org/drawingml/2006/main" prst="roundRect">
            <a:avLst>
              <a:gd name="adj" fmla="val 10000"/>
            </a:avLst>
          </a:prstGeom>
          <a:solidFill xmlns:a="http://schemas.openxmlformats.org/drawingml/2006/main">
            <a:srgbClr val="F7EEE2"/>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3" name="TextBox 12">
            <a:extLst xmlns:a="http://schemas.openxmlformats.org/drawingml/2006/main">
              <a:ext uri="{FF2B5EF4-FFF2-40B4-BE49-F238E27FC236}">
                <a16:creationId xmlns:a16="http://schemas.microsoft.com/office/drawing/2014/main" id="{A60DBE59-40B0-4AD3-BF75-6206AC8D8099}"/>
              </a:ext>
            </a:extLst>
          </p:cNvPr>
          <p:cNvSpPr>
            <a:spLocks xmlns:a="http://schemas.openxmlformats.org/drawingml/2006/main" noGrp="1"/>
          </p:cNvSpPr>
          <p:nvPr/>
        </p:nvSpPr>
        <p:spPr>
          <a:xfrm xmlns:a="http://schemas.openxmlformats.org/drawingml/2006/main">
            <a:off x="7680960" y="1874519"/>
            <a:ext cx="3657600" cy="82296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ctr">
              <a:lnSpc>
                <a:spcPct val="100000"/>
              </a:lnSpc>
              <a:spcBef>
                <a:spcPts val="0"/>
              </a:spcBef>
              <a:spcAft>
                <a:spcPts val="400"/>
              </a:spcAft>
              <a:buNone/>
            </a:pPr>
            <a:r>
              <a:rPr sz="3000" b="1">
                <a:solidFill>
                  <a:srgbClr val="C07A2B"/>
                </a:solidFill>
                <a:latin typeface="Cambria"/>
                <a:ea typeface="Cambria"/>
                <a:cs typeface="Cambria"/>
              </a:rPr>
              <a:t>28,6 %</a:t>
            </a:r>
          </a:p>
        </p:txBody>
      </p:sp>
      <p:sp>
        <p:nvSpPr>
          <p:cNvPr id="14" name="TextBox 13">
            <a:extLst xmlns:a="http://schemas.openxmlformats.org/drawingml/2006/main">
              <a:ext uri="{FF2B5EF4-FFF2-40B4-BE49-F238E27FC236}">
                <a16:creationId xmlns:a16="http://schemas.microsoft.com/office/drawing/2014/main" id="{604C0FD2-E692-482F-95C1-E07E1A8DF999}"/>
              </a:ext>
            </a:extLst>
          </p:cNvPr>
          <p:cNvSpPr>
            <a:spLocks xmlns:a="http://schemas.openxmlformats.org/drawingml/2006/main" noGrp="1"/>
          </p:cNvSpPr>
          <p:nvPr/>
        </p:nvSpPr>
        <p:spPr>
          <a:xfrm xmlns:a="http://schemas.openxmlformats.org/drawingml/2006/main">
            <a:off x="7680960" y="2743200"/>
            <a:ext cx="3657600" cy="64008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ctr">
              <a:lnSpc>
                <a:spcPct val="100000"/>
              </a:lnSpc>
              <a:spcBef>
                <a:spcPts val="0"/>
              </a:spcBef>
              <a:spcAft>
                <a:spcPts val="400"/>
              </a:spcAft>
              <a:buNone/>
            </a:pPr>
            <a:r>
              <a:rPr sz="1300" b="0">
                <a:solidFill>
                  <a:srgbClr val="6A766C"/>
                </a:solidFill>
                <a:latin typeface="Calibri"/>
                <a:ea typeface="Calibri"/>
                <a:cs typeface="Calibri"/>
              </a:rPr>
              <a:t>38 scans avec alerte à ±1 jour</a:t>
            </a:r>
          </a:p>
        </p:txBody>
      </p:sp>
      <p:sp>
        <p:nvSpPr>
          <p:cNvPr id="15" name="Rounded Rectangle 14">
            <a:extLst xmlns:a="http://schemas.openxmlformats.org/drawingml/2006/main">
              <a:ext uri="{FF2B5EF4-FFF2-40B4-BE49-F238E27FC236}">
                <a16:creationId xmlns:a16="http://schemas.microsoft.com/office/drawing/2014/main" id="{502567E5-4072-438F-BCAA-13A7DB7790CF}"/>
              </a:ext>
            </a:extLst>
          </p:cNvPr>
          <p:cNvSpPr>
            <a:spLocks xmlns:a="http://schemas.openxmlformats.org/drawingml/2006/main" noGrp="1"/>
          </p:cNvSpPr>
          <p:nvPr/>
        </p:nvSpPr>
        <p:spPr>
          <a:xfrm xmlns:a="http://schemas.openxmlformats.org/drawingml/2006/main">
            <a:off x="640080" y="3840480"/>
            <a:ext cx="10881360" cy="2103120"/>
          </a:xfrm>
          <a:prstGeom xmlns:a="http://schemas.openxmlformats.org/drawingml/2006/main" prst="roundRect">
            <a:avLst>
              <a:gd name="adj" fmla="val 6000"/>
            </a:avLst>
          </a:prstGeom>
          <a:solidFill xmlns:a="http://schemas.openxmlformats.org/drawingml/2006/main">
            <a:srgbClr val="FFFFFF"/>
          </a:solidFill>
          <a:ln xmlns:a="http://schemas.openxmlformats.org/drawingml/2006/main" w="19050">
            <a:solidFill>
              <a:srgbClr val="8FB36A"/>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6" name="TextBox 15">
            <a:extLst xmlns:a="http://schemas.openxmlformats.org/drawingml/2006/main">
              <a:ext uri="{FF2B5EF4-FFF2-40B4-BE49-F238E27FC236}">
                <a16:creationId xmlns:a16="http://schemas.microsoft.com/office/drawing/2014/main" id="{C2C1CCD0-8CC6-45B8-A34B-1EDC54F5CCA2}"/>
              </a:ext>
            </a:extLst>
          </p:cNvPr>
          <p:cNvSpPr>
            <a:spLocks xmlns:a="http://schemas.openxmlformats.org/drawingml/2006/main" noGrp="1"/>
          </p:cNvSpPr>
          <p:nvPr/>
        </p:nvSpPr>
        <p:spPr>
          <a:xfrm xmlns:a="http://schemas.openxmlformats.org/drawingml/2006/main">
            <a:off x="960120" y="4069080"/>
            <a:ext cx="1024128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lnSpc>
                <a:spcPct val="100000"/>
              </a:lnSpc>
              <a:spcBef>
                <a:spcPts val="0"/>
              </a:spcBef>
              <a:spcAft>
                <a:spcPts val="400"/>
              </a:spcAft>
              <a:buNone/>
            </a:pPr>
            <a:r>
              <a:rPr sz="1700" b="1">
                <a:solidFill>
                  <a:srgbClr val="224B2A"/>
                </a:solidFill>
                <a:latin typeface="Cambria"/>
                <a:ea typeface="Cambria"/>
                <a:cs typeface="Cambria"/>
              </a:rPr>
              <a:t>Lecture rigoureuse</a:t>
            </a:r>
          </a:p>
        </p:txBody>
      </p:sp>
      <p:sp>
        <p:nvSpPr>
          <p:cNvPr id="17" name="TextBox 16">
            <a:extLst xmlns:a="http://schemas.openxmlformats.org/drawingml/2006/main">
              <a:ext uri="{FF2B5EF4-FFF2-40B4-BE49-F238E27FC236}">
                <a16:creationId xmlns:a16="http://schemas.microsoft.com/office/drawing/2014/main" id="{51D808D4-8CD2-4536-802C-7608C000C12A}"/>
              </a:ext>
            </a:extLst>
          </p:cNvPr>
          <p:cNvSpPr>
            <a:spLocks xmlns:a="http://schemas.openxmlformats.org/drawingml/2006/main" noGrp="1"/>
          </p:cNvSpPr>
          <p:nvPr/>
        </p:nvSpPr>
        <p:spPr>
          <a:xfrm xmlns:a="http://schemas.openxmlformats.org/drawingml/2006/main">
            <a:off x="960120" y="4617720"/>
            <a:ext cx="10241280" cy="128016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lnSpc>
                <a:spcPct val="100000"/>
              </a:lnSpc>
              <a:spcBef>
                <a:spcPts val="0"/>
              </a:spcBef>
              <a:spcAft>
                <a:spcPts val="700"/>
              </a:spcAft>
              <a:buNone/>
            </a:pPr>
            <a:r>
              <a:rPr sz="1450" b="0">
                <a:solidFill>
                  <a:srgbClr val="202A22"/>
                </a:solidFill>
                <a:latin typeface="Calibri"/>
                <a:ea typeface="Calibri"/>
                <a:cs typeface="Calibri"/>
              </a:rPr>
              <a:t>• 396 scans McGill sont datés; 133 chevauchent réellement IceTag à ±1 jour.</a:t>
            </a:r>
          </a:p>
          <a:p xmlns:a="http://schemas.openxmlformats.org/drawingml/2006/main">
            <a:pPr algn="l">
              <a:lnSpc>
                <a:spcPct val="100000"/>
              </a:lnSpc>
              <a:spcBef>
                <a:spcPts val="0"/>
              </a:spcBef>
              <a:spcAft>
                <a:spcPts val="700"/>
              </a:spcAft>
              <a:buNone/>
            </a:pPr>
            <a:r>
              <a:rPr sz="1450" b="0">
                <a:solidFill>
                  <a:srgbClr val="202A22"/>
                </a:solidFill>
                <a:latin typeface="Calibri"/>
                <a:ea typeface="Calibri"/>
                <a:cs typeface="Calibri"/>
              </a:rPr>
              <a:t>• 38/133 ont une alerte proche, soit 28,6 %.</a:t>
            </a:r>
          </a:p>
          <a:p xmlns:a="http://schemas.openxmlformats.org/drawingml/2006/main">
            <a:pPr algn="l">
              <a:lnSpc>
                <a:spcPct val="100000"/>
              </a:lnSpc>
              <a:spcBef>
                <a:spcPts val="0"/>
              </a:spcBef>
              <a:spcAft>
                <a:spcPts val="700"/>
              </a:spcAft>
              <a:buNone/>
            </a:pPr>
            <a:r>
              <a:rPr sz="1450" b="0">
                <a:solidFill>
                  <a:srgbClr val="202A22"/>
                </a:solidFill>
                <a:latin typeface="Calibri"/>
                <a:ea typeface="Calibri"/>
                <a:cs typeface="Calibri"/>
              </a:rPr>
              <a:t>• Contrôle strict : 29,9 % observé vs 27,8 % attendu; p = 0,32. Aucun enrichissement démontré.</a:t>
            </a:r>
          </a:p>
          <a:p xmlns:a="http://schemas.openxmlformats.org/drawingml/2006/main">
            <a:pPr algn="l">
              <a:lnSpc>
                <a:spcPct val="100000"/>
              </a:lnSpc>
              <a:spcBef>
                <a:spcPts val="0"/>
              </a:spcBef>
              <a:spcAft>
                <a:spcPts val="700"/>
              </a:spcAft>
              <a:buNone/>
            </a:pPr>
            <a:r>
              <a:rPr sz="1450" b="0">
                <a:solidFill>
                  <a:srgbClr val="202A22"/>
                </a:solidFill>
                <a:latin typeface="Calibri"/>
                <a:ea typeface="Calibri"/>
                <a:cs typeface="Calibri"/>
              </a:rPr>
              <a:t>• Les scans décrivent un contexte comportemental, pas un diagnostic de boiterie.</a:t>
            </a:r>
          </a:p>
        </p:txBody>
      </p:sp>
    </p:spTree>
    <p:extLst>
      <p:ext uri="{BB962C8B-B14F-4D97-AF65-F5344CB8AC3E}">
        <p14:creationId xmlns:p14="http://schemas.microsoft.com/office/powerpoint/2010/main" val="843617317"/>
      </p:ext>
    </p:extLst>
  </p:cSld>
</p:sld>
</file>

<file path=ppt/slides/slide7.xml><?xml version="1.0" encoding="utf-8"?>
<p:sld xmlns:p="http://schemas.openxmlformats.org/presentationml/2006/main">
  <p:cSld>
    <p:spTree>
      <p:nvGrpSpPr>
        <p:cNvPr id="1" name=""/>
        <p:cNvGrpSpPr/>
        <p:nvPr/>
      </p:nvGrpSpPr>
      <p:grpSpPr>
        <a:xfrm xmlns:a="http://schemas.openxmlformats.org/drawingml/2006/main"/>
      </p:grpSpPr>
      <p:sp>
        <p:nvSpPr>
          <p:cNvPr id="2" name="Rectangle 1">
            <a:extLst xmlns:a="http://schemas.openxmlformats.org/drawingml/2006/main">
              <a:ext uri="{FF2B5EF4-FFF2-40B4-BE49-F238E27FC236}">
                <a16:creationId xmlns:a16="http://schemas.microsoft.com/office/drawing/2014/main" id="{3E4A5EA2-479B-4E53-9EA6-3B4797378AD1}"/>
              </a:ext>
            </a:extLst>
          </p:cNvPr>
          <p:cNvSpPr>
            <a:spLocks xmlns:a="http://schemas.openxmlformats.org/drawingml/2006/main" noGrp="1"/>
          </p:cNvSpPr>
          <p:nvPr/>
        </p:nvSpPr>
        <p:spPr>
          <a:xfrm xmlns:a="http://schemas.openxmlformats.org/drawingml/2006/main">
            <a:off x="0" y="0"/>
            <a:ext cx="12191695" cy="6858000"/>
          </a:xfrm>
          <a:prstGeom xmlns:a="http://schemas.openxmlformats.org/drawingml/2006/main" prst="rect">
            <a:avLst/>
          </a:prstGeom>
          <a:solidFill xmlns:a="http://schemas.openxmlformats.org/drawingml/2006/main">
            <a:srgbClr val="FFFFFF"/>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Oval 2">
            <a:extLst xmlns:a="http://schemas.openxmlformats.org/drawingml/2006/main">
              <a:ext uri="{FF2B5EF4-FFF2-40B4-BE49-F238E27FC236}">
                <a16:creationId xmlns:a16="http://schemas.microsoft.com/office/drawing/2014/main" id="{4F1D0293-4341-4FEA-BB25-B4CAC6777CB1}"/>
              </a:ext>
            </a:extLst>
          </p:cNvPr>
          <p:cNvSpPr>
            <a:spLocks xmlns:a="http://schemas.openxmlformats.org/drawingml/2006/main" noGrp="1"/>
          </p:cNvSpPr>
          <p:nvPr/>
        </p:nvSpPr>
        <p:spPr>
          <a:xfrm xmlns:a="http://schemas.openxmlformats.org/drawingml/2006/main">
            <a:off x="640080" y="566928"/>
            <a:ext cx="548640" cy="548640"/>
          </a:xfrm>
          <a:prstGeom xmlns:a="http://schemas.openxmlformats.org/drawingml/2006/main" prst="ellipse">
            <a:avLst/>
          </a:prstGeom>
          <a:solidFill xmlns:a="http://schemas.openxmlformats.org/drawingml/2006/main">
            <a:srgbClr val="4C7A3F"/>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wrap="none" lIns="0" tIns="0" rIns="0" bIns="0" anchor="ctr"/>
          <a:lstStyle xmlns:a="http://schemas.openxmlformats.org/drawingml/2006/main"/>
          <a:p xmlns:a="http://schemas.openxmlformats.org/drawingml/2006/main">
            <a:pPr algn="ctr">
              <a:buNone/>
            </a:pPr>
            <a:r>
              <a:rPr sz="1800" b="1">
                <a:solidFill>
                  <a:srgbClr val="FFFFFF"/>
                </a:solidFill>
                <a:latin typeface="Cambria"/>
                <a:ea typeface="Cambria"/>
                <a:cs typeface="Cambria"/>
              </a:rPr>
              <a:t>4</a:t>
            </a:r>
          </a:p>
        </p:txBody>
      </p:sp>
      <p:sp>
        <p:nvSpPr>
          <p:cNvPr id="4" name="TextBox 3">
            <a:extLst xmlns:a="http://schemas.openxmlformats.org/drawingml/2006/main">
              <a:ext uri="{FF2B5EF4-FFF2-40B4-BE49-F238E27FC236}">
                <a16:creationId xmlns:a16="http://schemas.microsoft.com/office/drawing/2014/main" id="{9F093F32-D684-4EDF-B956-9C630225BCD9}"/>
              </a:ext>
            </a:extLst>
          </p:cNvPr>
          <p:cNvSpPr>
            <a:spLocks xmlns:a="http://schemas.openxmlformats.org/drawingml/2006/main" noGrp="1"/>
          </p:cNvSpPr>
          <p:nvPr/>
        </p:nvSpPr>
        <p:spPr>
          <a:xfrm xmlns:a="http://schemas.openxmlformats.org/drawingml/2006/main">
            <a:off x="1371600" y="502920"/>
            <a:ext cx="9875520" cy="73152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lnSpc>
                <a:spcPct val="100000"/>
              </a:lnSpc>
              <a:spcBef>
                <a:spcPts val="0"/>
              </a:spcBef>
              <a:spcAft>
                <a:spcPts val="400"/>
              </a:spcAft>
              <a:buNone/>
            </a:pPr>
            <a:r>
              <a:rPr sz="3000" b="1">
                <a:solidFill>
                  <a:srgbClr val="224B2A"/>
                </a:solidFill>
                <a:latin typeface="Cambria"/>
                <a:ea typeface="Cambria"/>
                <a:cs typeface="Cambria"/>
              </a:rPr>
              <a:t>Objectif 2 — Environnement × comportement</a:t>
            </a:r>
          </a:p>
        </p:txBody>
      </p:sp>
      <p:sp>
        <p:nvSpPr>
          <p:cNvPr id="5" name="TextBox 4">
            <a:extLst xmlns:a="http://schemas.openxmlformats.org/drawingml/2006/main">
              <a:ext uri="{FF2B5EF4-FFF2-40B4-BE49-F238E27FC236}">
                <a16:creationId xmlns:a16="http://schemas.microsoft.com/office/drawing/2014/main" id="{3E17DCD0-B217-403C-ABC3-9A9F9635ABD3}"/>
              </a:ext>
            </a:extLst>
          </p:cNvPr>
          <p:cNvSpPr>
            <a:spLocks xmlns:a="http://schemas.openxmlformats.org/drawingml/2006/main" noGrp="1"/>
          </p:cNvSpPr>
          <p:nvPr/>
        </p:nvSpPr>
        <p:spPr>
          <a:xfrm xmlns:a="http://schemas.openxmlformats.org/drawingml/2006/main">
            <a:off x="1371600" y="1078992"/>
            <a:ext cx="100584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lnSpc>
                <a:spcPct val="100000"/>
              </a:lnSpc>
              <a:spcBef>
                <a:spcPts val="0"/>
              </a:spcBef>
              <a:spcAft>
                <a:spcPts val="400"/>
              </a:spcAft>
              <a:buNone/>
            </a:pPr>
            <a:r>
              <a:rPr sz="1400" b="0">
                <a:solidFill>
                  <a:srgbClr val="6A766C"/>
                </a:solidFill>
                <a:latin typeface="Calibri"/>
                <a:ea typeface="Calibri"/>
                <a:cs typeface="Calibri"/>
              </a:rPr>
              <a:t>Summer 2019 · synchronisation IceTag + HOBO + scans datés</a:t>
            </a:r>
          </a:p>
        </p:txBody>
      </p:sp>
      <p:sp>
        <p:nvSpPr>
          <p:cNvPr id="6" name="Rounded Rectangle 5">
            <a:extLst xmlns:a="http://schemas.openxmlformats.org/drawingml/2006/main">
              <a:ext uri="{FF2B5EF4-FFF2-40B4-BE49-F238E27FC236}">
                <a16:creationId xmlns:a16="http://schemas.microsoft.com/office/drawing/2014/main" id="{BBB5AE3E-97A5-47B9-9A05-3EE392F8271F}"/>
              </a:ext>
            </a:extLst>
          </p:cNvPr>
          <p:cNvSpPr>
            <a:spLocks xmlns:a="http://schemas.openxmlformats.org/drawingml/2006/main" noGrp="1"/>
          </p:cNvSpPr>
          <p:nvPr/>
        </p:nvSpPr>
        <p:spPr>
          <a:xfrm xmlns:a="http://schemas.openxmlformats.org/drawingml/2006/main">
            <a:off x="640080" y="1691640"/>
            <a:ext cx="5349240" cy="1965960"/>
          </a:xfrm>
          <a:prstGeom xmlns:a="http://schemas.openxmlformats.org/drawingml/2006/main" prst="roundRect">
            <a:avLst>
              <a:gd name="adj" fmla="val 8000"/>
            </a:avLst>
          </a:prstGeom>
          <a:solidFill xmlns:a="http://schemas.openxmlformats.org/drawingml/2006/main">
            <a:srgbClr val="224B2A"/>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7" name="TextBox 6">
            <a:extLst xmlns:a="http://schemas.openxmlformats.org/drawingml/2006/main">
              <a:ext uri="{FF2B5EF4-FFF2-40B4-BE49-F238E27FC236}">
                <a16:creationId xmlns:a16="http://schemas.microsoft.com/office/drawing/2014/main" id="{5AC007EE-959C-42A1-8B83-0A16EE3CAB1F}"/>
              </a:ext>
            </a:extLst>
          </p:cNvPr>
          <p:cNvSpPr>
            <a:spLocks xmlns:a="http://schemas.openxmlformats.org/drawingml/2006/main" noGrp="1"/>
          </p:cNvSpPr>
          <p:nvPr/>
        </p:nvSpPr>
        <p:spPr>
          <a:xfrm xmlns:a="http://schemas.openxmlformats.org/drawingml/2006/main">
            <a:off x="914400" y="1874519"/>
            <a:ext cx="484632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lnSpc>
                <a:spcPct val="100000"/>
              </a:lnSpc>
              <a:spcBef>
                <a:spcPts val="0"/>
              </a:spcBef>
              <a:spcAft>
                <a:spcPts val="400"/>
              </a:spcAft>
              <a:buNone/>
            </a:pPr>
            <a:r>
              <a:rPr sz="1600" b="1">
                <a:solidFill>
                  <a:srgbClr val="8FB36A"/>
                </a:solidFill>
                <a:latin typeface="Cambria"/>
                <a:ea typeface="Cambria"/>
                <a:cs typeface="Cambria"/>
              </a:rPr>
              <a:t>Tâche 2.1 — Synchronisation</a:t>
            </a:r>
          </a:p>
        </p:txBody>
      </p:sp>
      <p:sp>
        <p:nvSpPr>
          <p:cNvPr id="8" name="TextBox 7">
            <a:extLst xmlns:a="http://schemas.openxmlformats.org/drawingml/2006/main">
              <a:ext uri="{FF2B5EF4-FFF2-40B4-BE49-F238E27FC236}">
                <a16:creationId xmlns:a16="http://schemas.microsoft.com/office/drawing/2014/main" id="{48D85D19-B984-4E0A-BBD2-150DA94319DB}"/>
              </a:ext>
            </a:extLst>
          </p:cNvPr>
          <p:cNvSpPr>
            <a:spLocks xmlns:a="http://schemas.openxmlformats.org/drawingml/2006/main" noGrp="1"/>
          </p:cNvSpPr>
          <p:nvPr/>
        </p:nvSpPr>
        <p:spPr>
          <a:xfrm xmlns:a="http://schemas.openxmlformats.org/drawingml/2006/main">
            <a:off x="914400" y="2423160"/>
            <a:ext cx="4846320" cy="118872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lnSpc>
                <a:spcPct val="100000"/>
              </a:lnSpc>
              <a:spcBef>
                <a:spcPts val="0"/>
              </a:spcBef>
              <a:spcAft>
                <a:spcPts val="600"/>
              </a:spcAft>
              <a:buNone/>
            </a:pPr>
            <a:r>
              <a:rPr sz="1400" b="0">
                <a:solidFill>
                  <a:srgbClr val="FFFFFF"/>
                </a:solidFill>
                <a:latin typeface="Calibri"/>
                <a:ea typeface="Calibri"/>
                <a:cs typeface="Calibri"/>
              </a:rPr>
              <a:t>Dataset multimodal : </a:t>
            </a:r>
            <a:r>
              <a:rPr sz="1400" b="1">
                <a:solidFill>
                  <a:srgbClr val="8FB36A"/>
                </a:solidFill>
                <a:latin typeface="Calibri"/>
                <a:ea typeface="Calibri"/>
                <a:cs typeface="Calibri"/>
              </a:rPr>
              <a:t>87 500 intervalles</a:t>
            </a:r>
            <a:r>
              <a:rPr sz="1400" b="0">
                <a:solidFill>
                  <a:srgbClr val="FFFFFF"/>
                </a:solidFill>
                <a:latin typeface="Calibri"/>
                <a:ea typeface="Calibri"/>
                <a:cs typeface="Calibri"/>
              </a:rPr>
              <a:t>, 17 vaches.</a:t>
            </a:r>
          </a:p>
          <a:p xmlns:a="http://schemas.openxmlformats.org/drawingml/2006/main">
            <a:pPr algn="l">
              <a:lnSpc>
                <a:spcPct val="100000"/>
              </a:lnSpc>
              <a:spcBef>
                <a:spcPts val="0"/>
              </a:spcBef>
              <a:spcAft>
                <a:spcPts val="600"/>
              </a:spcAft>
              <a:buNone/>
            </a:pPr>
            <a:r>
              <a:rPr sz="1400" b="0">
                <a:solidFill>
                  <a:srgbClr val="FFFFFF"/>
                </a:solidFill>
                <a:latin typeface="Calibri"/>
                <a:ea typeface="Calibri"/>
                <a:cs typeface="Calibri"/>
              </a:rPr>
              <a:t>Trois sources alignées : activité, température/THI, composition comportementale.</a:t>
            </a:r>
          </a:p>
        </p:txBody>
      </p:sp>
      <p:sp>
        <p:nvSpPr>
          <p:cNvPr id="9" name="Rounded Rectangle 8">
            <a:extLst xmlns:a="http://schemas.openxmlformats.org/drawingml/2006/main">
              <a:ext uri="{FF2B5EF4-FFF2-40B4-BE49-F238E27FC236}">
                <a16:creationId xmlns:a16="http://schemas.microsoft.com/office/drawing/2014/main" id="{93DD14CB-E54A-479E-98FB-4A114A659501}"/>
              </a:ext>
            </a:extLst>
          </p:cNvPr>
          <p:cNvSpPr>
            <a:spLocks xmlns:a="http://schemas.openxmlformats.org/drawingml/2006/main" noGrp="1"/>
          </p:cNvSpPr>
          <p:nvPr/>
        </p:nvSpPr>
        <p:spPr>
          <a:xfrm xmlns:a="http://schemas.openxmlformats.org/drawingml/2006/main">
            <a:off x="6172200" y="1691640"/>
            <a:ext cx="5349240" cy="1965960"/>
          </a:xfrm>
          <a:prstGeom xmlns:a="http://schemas.openxmlformats.org/drawingml/2006/main" prst="roundRect">
            <a:avLst>
              <a:gd name="adj" fmla="val 8000"/>
            </a:avLst>
          </a:prstGeom>
          <a:solidFill xmlns:a="http://schemas.openxmlformats.org/drawingml/2006/main">
            <a:srgbClr val="F3F6EF"/>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0" name="TextBox 9">
            <a:extLst xmlns:a="http://schemas.openxmlformats.org/drawingml/2006/main">
              <a:ext uri="{FF2B5EF4-FFF2-40B4-BE49-F238E27FC236}">
                <a16:creationId xmlns:a16="http://schemas.microsoft.com/office/drawing/2014/main" id="{14B0E544-DA8F-40D2-9388-5025E2A10F2E}"/>
              </a:ext>
            </a:extLst>
          </p:cNvPr>
          <p:cNvSpPr>
            <a:spLocks xmlns:a="http://schemas.openxmlformats.org/drawingml/2006/main" noGrp="1"/>
          </p:cNvSpPr>
          <p:nvPr/>
        </p:nvSpPr>
        <p:spPr>
          <a:xfrm xmlns:a="http://schemas.openxmlformats.org/drawingml/2006/main">
            <a:off x="6446520" y="1874519"/>
            <a:ext cx="484632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lnSpc>
                <a:spcPct val="100000"/>
              </a:lnSpc>
              <a:spcBef>
                <a:spcPts val="0"/>
              </a:spcBef>
              <a:spcAft>
                <a:spcPts val="400"/>
              </a:spcAft>
              <a:buNone/>
            </a:pPr>
            <a:r>
              <a:rPr sz="1600" b="1">
                <a:solidFill>
                  <a:srgbClr val="4C7A3F"/>
                </a:solidFill>
                <a:latin typeface="Cambria"/>
                <a:ea typeface="Cambria"/>
                <a:cs typeface="Cambria"/>
              </a:rPr>
              <a:t>Tâche 2.2 — Analyse</a:t>
            </a:r>
          </a:p>
        </p:txBody>
      </p:sp>
      <p:sp>
        <p:nvSpPr>
          <p:cNvPr id="11" name="TextBox 10">
            <a:extLst xmlns:a="http://schemas.openxmlformats.org/drawingml/2006/main">
              <a:ext uri="{FF2B5EF4-FFF2-40B4-BE49-F238E27FC236}">
                <a16:creationId xmlns:a16="http://schemas.microsoft.com/office/drawing/2014/main" id="{89CA08D2-3161-401A-AAAA-218D3A3DB038}"/>
              </a:ext>
            </a:extLst>
          </p:cNvPr>
          <p:cNvSpPr>
            <a:spLocks xmlns:a="http://schemas.openxmlformats.org/drawingml/2006/main" noGrp="1"/>
          </p:cNvSpPr>
          <p:nvPr/>
        </p:nvSpPr>
        <p:spPr>
          <a:xfrm xmlns:a="http://schemas.openxmlformats.org/drawingml/2006/main">
            <a:off x="6446520" y="2423160"/>
            <a:ext cx="4846320" cy="118872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lnSpc>
                <a:spcPct val="100000"/>
              </a:lnSpc>
              <a:spcBef>
                <a:spcPts val="0"/>
              </a:spcBef>
              <a:spcAft>
                <a:spcPts val="600"/>
              </a:spcAft>
              <a:buNone/>
            </a:pPr>
            <a:r>
              <a:rPr sz="1400" b="0">
                <a:solidFill>
                  <a:srgbClr val="202A22"/>
                </a:solidFill>
                <a:latin typeface="Calibri"/>
                <a:ea typeface="Calibri"/>
                <a:cs typeface="Calibri"/>
              </a:rPr>
              <a:t>Effet du stress thermique (THI) sur l'activité et le comportement.</a:t>
            </a:r>
          </a:p>
          <a:p xmlns:a="http://schemas.openxmlformats.org/drawingml/2006/main">
            <a:pPr algn="l">
              <a:lnSpc>
                <a:spcPct val="100000"/>
              </a:lnSpc>
              <a:spcBef>
                <a:spcPts val="0"/>
              </a:spcBef>
              <a:spcAft>
                <a:spcPts val="600"/>
              </a:spcAft>
              <a:buNone/>
            </a:pPr>
            <a:r>
              <a:rPr sz="1400" b="0">
                <a:solidFill>
                  <a:srgbClr val="202A22"/>
                </a:solidFill>
                <a:latin typeface="Calibri"/>
                <a:ea typeface="Calibri"/>
                <a:cs typeface="Calibri"/>
              </a:rPr>
              <a:t>Alimentation ↑ avec le THI : </a:t>
            </a:r>
            <a:r>
              <a:rPr sz="1400" b="1">
                <a:solidFill>
                  <a:srgbClr val="4C7A3F"/>
                </a:solidFill>
                <a:latin typeface="Calibri"/>
                <a:ea typeface="Calibri"/>
                <a:cs typeface="Calibri"/>
              </a:rPr>
              <a:t>rho = 0,74</a:t>
            </a:r>
            <a:r>
              <a:rPr sz="1400" b="0">
                <a:solidFill>
                  <a:srgbClr val="202A22"/>
                </a:solidFill>
                <a:latin typeface="Calibri"/>
                <a:ea typeface="Calibri"/>
                <a:cs typeface="Calibri"/>
              </a:rPr>
              <a:t> (8 jours — suggestif).</a:t>
            </a:r>
          </a:p>
        </p:txBody>
      </p:sp>
      <p:sp>
        <p:nvSpPr>
          <p:cNvPr id="12" name="Rounded Rectangle 11">
            <a:extLst xmlns:a="http://schemas.openxmlformats.org/drawingml/2006/main">
              <a:ext uri="{FF2B5EF4-FFF2-40B4-BE49-F238E27FC236}">
                <a16:creationId xmlns:a16="http://schemas.microsoft.com/office/drawing/2014/main" id="{5648DA25-D9E8-4622-8187-62D431E5B3CD}"/>
              </a:ext>
            </a:extLst>
          </p:cNvPr>
          <p:cNvSpPr>
            <a:spLocks xmlns:a="http://schemas.openxmlformats.org/drawingml/2006/main" noGrp="1"/>
          </p:cNvSpPr>
          <p:nvPr/>
        </p:nvSpPr>
        <p:spPr>
          <a:xfrm xmlns:a="http://schemas.openxmlformats.org/drawingml/2006/main">
            <a:off x="640080" y="3886200"/>
            <a:ext cx="10881360" cy="2011680"/>
          </a:xfrm>
          <a:prstGeom xmlns:a="http://schemas.openxmlformats.org/drawingml/2006/main" prst="roundRect">
            <a:avLst>
              <a:gd name="adj" fmla="val 6000"/>
            </a:avLst>
          </a:prstGeom>
          <a:solidFill xmlns:a="http://schemas.openxmlformats.org/drawingml/2006/main">
            <a:srgbClr val="FFFFFF"/>
          </a:solidFill>
          <a:ln xmlns:a="http://schemas.openxmlformats.org/drawingml/2006/main" w="19050">
            <a:solidFill>
              <a:srgbClr val="4C7A3F"/>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3" name="TextBox 12">
            <a:extLst xmlns:a="http://schemas.openxmlformats.org/drawingml/2006/main">
              <a:ext uri="{FF2B5EF4-FFF2-40B4-BE49-F238E27FC236}">
                <a16:creationId xmlns:a16="http://schemas.microsoft.com/office/drawing/2014/main" id="{CE0067C7-C46E-45CC-8475-2CF2BFD2D12E}"/>
              </a:ext>
            </a:extLst>
          </p:cNvPr>
          <p:cNvSpPr>
            <a:spLocks xmlns:a="http://schemas.openxmlformats.org/drawingml/2006/main" noGrp="1"/>
          </p:cNvSpPr>
          <p:nvPr/>
        </p:nvSpPr>
        <p:spPr>
          <a:xfrm xmlns:a="http://schemas.openxmlformats.org/drawingml/2006/main">
            <a:off x="960120" y="4114800"/>
            <a:ext cx="1024128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lnSpc>
                <a:spcPct val="100000"/>
              </a:lnSpc>
              <a:spcBef>
                <a:spcPts val="0"/>
              </a:spcBef>
              <a:spcAft>
                <a:spcPts val="400"/>
              </a:spcAft>
              <a:buNone/>
            </a:pPr>
            <a:r>
              <a:rPr sz="1700" b="1">
                <a:solidFill>
                  <a:srgbClr val="224B2A"/>
                </a:solidFill>
                <a:latin typeface="Cambria"/>
                <a:ea typeface="Cambria"/>
                <a:cs typeface="Cambria"/>
              </a:rPr>
              <a:t>Contraste avec l'Objectif 1</a:t>
            </a:r>
          </a:p>
        </p:txBody>
      </p:sp>
      <p:sp>
        <p:nvSpPr>
          <p:cNvPr id="14" name="TextBox 13">
            <a:extLst xmlns:a="http://schemas.openxmlformats.org/drawingml/2006/main">
              <a:ext uri="{FF2B5EF4-FFF2-40B4-BE49-F238E27FC236}">
                <a16:creationId xmlns:a16="http://schemas.microsoft.com/office/drawing/2014/main" id="{EF58D379-F954-4F09-AD98-0C4EAA0AF793}"/>
              </a:ext>
            </a:extLst>
          </p:cNvPr>
          <p:cNvSpPr>
            <a:spLocks xmlns:a="http://schemas.openxmlformats.org/drawingml/2006/main" noGrp="1"/>
          </p:cNvSpPr>
          <p:nvPr/>
        </p:nvSpPr>
        <p:spPr>
          <a:xfrm xmlns:a="http://schemas.openxmlformats.org/drawingml/2006/main">
            <a:off x="960120" y="4709160"/>
            <a:ext cx="10241280" cy="109728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lnSpc>
                <a:spcPct val="100000"/>
              </a:lnSpc>
              <a:spcBef>
                <a:spcPts val="0"/>
              </a:spcBef>
              <a:spcAft>
                <a:spcPts val="700"/>
              </a:spcAft>
              <a:buNone/>
            </a:pPr>
            <a:r>
              <a:rPr sz="1500" b="0">
                <a:solidFill>
                  <a:srgbClr val="202A22"/>
                </a:solidFill>
                <a:latin typeface="Calibri"/>
                <a:ea typeface="Calibri"/>
                <a:cs typeface="Calibri"/>
              </a:rPr>
              <a:t>Contrairement à la boiterie (signal absent), l'environnement produit un </a:t>
            </a:r>
            <a:r>
              <a:rPr sz="1500" b="1">
                <a:solidFill>
                  <a:srgbClr val="4C7A3F"/>
                </a:solidFill>
                <a:latin typeface="Calibri"/>
                <a:ea typeface="Calibri"/>
                <a:cs typeface="Calibri"/>
              </a:rPr>
              <a:t>signal réel et mesurable</a:t>
            </a:r>
            <a:r>
              <a:rPr sz="1500" b="0">
                <a:solidFill>
                  <a:srgbClr val="202A22"/>
                </a:solidFill>
                <a:latin typeface="Calibri"/>
                <a:ea typeface="Calibri"/>
                <a:cs typeface="Calibri"/>
              </a:rPr>
              <a:t> sur le comportement.</a:t>
            </a:r>
          </a:p>
          <a:p xmlns:a="http://schemas.openxmlformats.org/drawingml/2006/main">
            <a:pPr algn="l">
              <a:lnSpc>
                <a:spcPct val="100000"/>
              </a:lnSpc>
              <a:spcBef>
                <a:spcPts val="0"/>
              </a:spcBef>
              <a:spcAft>
                <a:spcPts val="700"/>
              </a:spcAft>
              <a:buNone/>
            </a:pPr>
            <a:r>
              <a:rPr sz="1400" b="0">
                <a:solidFill>
                  <a:srgbClr val="6A766C"/>
                </a:solidFill>
                <a:latin typeface="Calibri"/>
                <a:ea typeface="Calibri"/>
                <a:cs typeface="Calibri"/>
              </a:rPr>
              <a:t>Résultats vérifiés contre les confondants (heure, pseudo-réplication) et bornés honnêtement.</a:t>
            </a:r>
          </a:p>
        </p:txBody>
      </p:sp>
    </p:spTree>
    <p:extLst>
      <p:ext uri="{BB962C8B-B14F-4D97-AF65-F5344CB8AC3E}">
        <p14:creationId xmlns:p14="http://schemas.microsoft.com/office/powerpoint/2010/main" val="28273830"/>
      </p:ext>
    </p:extLst>
  </p:cSld>
</p:sld>
</file>

<file path=ppt/slides/slide8.xml><?xml version="1.0" encoding="utf-8"?>
<p:sld xmlns:p="http://schemas.openxmlformats.org/presentationml/2006/main">
  <p:cSld>
    <p:spTree>
      <p:nvGrpSpPr>
        <p:cNvPr id="1" name=""/>
        <p:cNvGrpSpPr/>
        <p:nvPr/>
      </p:nvGrpSpPr>
      <p:grpSpPr>
        <a:xfrm xmlns:a="http://schemas.openxmlformats.org/drawingml/2006/main"/>
      </p:grpSpPr>
      <p:sp>
        <p:nvSpPr>
          <p:cNvPr id="2" name="Rectangle 1">
            <a:extLst xmlns:a="http://schemas.openxmlformats.org/drawingml/2006/main">
              <a:ext uri="{FF2B5EF4-FFF2-40B4-BE49-F238E27FC236}">
                <a16:creationId xmlns:a16="http://schemas.microsoft.com/office/drawing/2014/main" id="{C06465A7-9FAF-407E-A043-C79FFAC8C030}"/>
              </a:ext>
            </a:extLst>
          </p:cNvPr>
          <p:cNvSpPr>
            <a:spLocks xmlns:a="http://schemas.openxmlformats.org/drawingml/2006/main" noGrp="1"/>
          </p:cNvSpPr>
          <p:nvPr/>
        </p:nvSpPr>
        <p:spPr>
          <a:xfrm xmlns:a="http://schemas.openxmlformats.org/drawingml/2006/main">
            <a:off x="0" y="0"/>
            <a:ext cx="12191695" cy="6858000"/>
          </a:xfrm>
          <a:prstGeom xmlns:a="http://schemas.openxmlformats.org/drawingml/2006/main" prst="rect">
            <a:avLst/>
          </a:prstGeom>
          <a:solidFill xmlns:a="http://schemas.openxmlformats.org/drawingml/2006/main">
            <a:srgbClr val="FFFFFF"/>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Oval 2">
            <a:extLst xmlns:a="http://schemas.openxmlformats.org/drawingml/2006/main">
              <a:ext uri="{FF2B5EF4-FFF2-40B4-BE49-F238E27FC236}">
                <a16:creationId xmlns:a16="http://schemas.microsoft.com/office/drawing/2014/main" id="{B05DDEAD-48F6-47B8-8C40-68F1B8622629}"/>
              </a:ext>
            </a:extLst>
          </p:cNvPr>
          <p:cNvSpPr>
            <a:spLocks xmlns:a="http://schemas.openxmlformats.org/drawingml/2006/main" noGrp="1"/>
          </p:cNvSpPr>
          <p:nvPr/>
        </p:nvSpPr>
        <p:spPr>
          <a:xfrm xmlns:a="http://schemas.openxmlformats.org/drawingml/2006/main">
            <a:off x="640080" y="566928"/>
            <a:ext cx="548640" cy="548640"/>
          </a:xfrm>
          <a:prstGeom xmlns:a="http://schemas.openxmlformats.org/drawingml/2006/main" prst="ellipse">
            <a:avLst/>
          </a:prstGeom>
          <a:solidFill xmlns:a="http://schemas.openxmlformats.org/drawingml/2006/main">
            <a:srgbClr val="4C7A3F"/>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wrap="none" lIns="0" tIns="0" rIns="0" bIns="0" anchor="ctr"/>
          <a:lstStyle xmlns:a="http://schemas.openxmlformats.org/drawingml/2006/main"/>
          <a:p xmlns:a="http://schemas.openxmlformats.org/drawingml/2006/main">
            <a:pPr algn="ctr">
              <a:buNone/>
            </a:pPr>
            <a:r>
              <a:rPr sz="1800" b="1">
                <a:solidFill>
                  <a:srgbClr val="FFFFFF"/>
                </a:solidFill>
                <a:latin typeface="Cambria"/>
                <a:ea typeface="Cambria"/>
                <a:cs typeface="Cambria"/>
              </a:rPr>
              <a:t>5</a:t>
            </a:r>
          </a:p>
        </p:txBody>
      </p:sp>
      <p:sp>
        <p:nvSpPr>
          <p:cNvPr id="4" name="TextBox 3">
            <a:extLst xmlns:a="http://schemas.openxmlformats.org/drawingml/2006/main">
              <a:ext uri="{FF2B5EF4-FFF2-40B4-BE49-F238E27FC236}">
                <a16:creationId xmlns:a16="http://schemas.microsoft.com/office/drawing/2014/main" id="{9D8C708C-EE62-4D06-993A-3831DDFA8C4D}"/>
              </a:ext>
            </a:extLst>
          </p:cNvPr>
          <p:cNvSpPr>
            <a:spLocks xmlns:a="http://schemas.openxmlformats.org/drawingml/2006/main" noGrp="1"/>
          </p:cNvSpPr>
          <p:nvPr/>
        </p:nvSpPr>
        <p:spPr>
          <a:xfrm xmlns:a="http://schemas.openxmlformats.org/drawingml/2006/main">
            <a:off x="1371600" y="502920"/>
            <a:ext cx="9875520" cy="73152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lnSpc>
                <a:spcPct val="100000"/>
              </a:lnSpc>
              <a:spcBef>
                <a:spcPts val="0"/>
              </a:spcBef>
              <a:spcAft>
                <a:spcPts val="400"/>
              </a:spcAft>
              <a:buNone/>
            </a:pPr>
            <a:r>
              <a:rPr sz="3000" b="1">
                <a:solidFill>
                  <a:srgbClr val="224B2A"/>
                </a:solidFill>
                <a:latin typeface="Cambria"/>
                <a:ea typeface="Cambria"/>
                <a:cs typeface="Cambria"/>
              </a:rPr>
              <a:t>Objectif 3 — Notebook de démonstration IoT</a:t>
            </a:r>
          </a:p>
        </p:txBody>
      </p:sp>
      <p:sp>
        <p:nvSpPr>
          <p:cNvPr id="5" name="TextBox 4">
            <a:extLst xmlns:a="http://schemas.openxmlformats.org/drawingml/2006/main">
              <a:ext uri="{FF2B5EF4-FFF2-40B4-BE49-F238E27FC236}">
                <a16:creationId xmlns:a16="http://schemas.microsoft.com/office/drawing/2014/main" id="{B9D2933F-4C7F-4FC0-B1D7-56A20509F2BA}"/>
              </a:ext>
            </a:extLst>
          </p:cNvPr>
          <p:cNvSpPr>
            <a:spLocks xmlns:a="http://schemas.openxmlformats.org/drawingml/2006/main" noGrp="1"/>
          </p:cNvSpPr>
          <p:nvPr/>
        </p:nvSpPr>
        <p:spPr>
          <a:xfrm xmlns:a="http://schemas.openxmlformats.org/drawingml/2006/main">
            <a:off x="1371600" y="1078992"/>
            <a:ext cx="100584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lnSpc>
                <a:spcPct val="100000"/>
              </a:lnSpc>
              <a:spcBef>
                <a:spcPts val="0"/>
              </a:spcBef>
              <a:spcAft>
                <a:spcPts val="400"/>
              </a:spcAft>
              <a:buNone/>
            </a:pPr>
            <a:r>
              <a:rPr sz="1400" b="0">
                <a:solidFill>
                  <a:srgbClr val="6A766C"/>
                </a:solidFill>
                <a:latin typeface="Calibri"/>
                <a:ea typeface="Calibri"/>
                <a:cs typeface="Calibri"/>
              </a:rPr>
              <a:t>Vitrine pédagogique assemblant l'ensemble des travaux</a:t>
            </a:r>
          </a:p>
        </p:txBody>
      </p:sp>
      <p:sp>
        <p:nvSpPr>
          <p:cNvPr id="6" name="Rounded Rectangle 5">
            <a:extLst xmlns:a="http://schemas.openxmlformats.org/drawingml/2006/main">
              <a:ext uri="{FF2B5EF4-FFF2-40B4-BE49-F238E27FC236}">
                <a16:creationId xmlns:a16="http://schemas.microsoft.com/office/drawing/2014/main" id="{8FC4EDB8-6EB8-49E3-BF23-9047AB4893FA}"/>
              </a:ext>
            </a:extLst>
          </p:cNvPr>
          <p:cNvSpPr>
            <a:spLocks xmlns:a="http://schemas.openxmlformats.org/drawingml/2006/main" noGrp="1"/>
          </p:cNvSpPr>
          <p:nvPr/>
        </p:nvSpPr>
        <p:spPr>
          <a:xfrm xmlns:a="http://schemas.openxmlformats.org/drawingml/2006/main">
            <a:off x="640080" y="1691640"/>
            <a:ext cx="10881360" cy="914400"/>
          </a:xfrm>
          <a:prstGeom xmlns:a="http://schemas.openxmlformats.org/drawingml/2006/main" prst="roundRect">
            <a:avLst>
              <a:gd name="adj" fmla="val 10000"/>
            </a:avLst>
          </a:prstGeom>
          <a:solidFill xmlns:a="http://schemas.openxmlformats.org/drawingml/2006/main">
            <a:srgbClr val="F3F6EF"/>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7" name="Oval 6">
            <a:extLst xmlns:a="http://schemas.openxmlformats.org/drawingml/2006/main">
              <a:ext uri="{FF2B5EF4-FFF2-40B4-BE49-F238E27FC236}">
                <a16:creationId xmlns:a16="http://schemas.microsoft.com/office/drawing/2014/main" id="{33DBF004-EFF9-4D9E-8B55-40628D8BC2EB}"/>
              </a:ext>
            </a:extLst>
          </p:cNvPr>
          <p:cNvSpPr>
            <a:spLocks xmlns:a="http://schemas.openxmlformats.org/drawingml/2006/main" noGrp="1"/>
          </p:cNvSpPr>
          <p:nvPr/>
        </p:nvSpPr>
        <p:spPr>
          <a:xfrm xmlns:a="http://schemas.openxmlformats.org/drawingml/2006/main">
            <a:off x="914400" y="1929384"/>
            <a:ext cx="438912" cy="438912"/>
          </a:xfrm>
          <a:prstGeom xmlns:a="http://schemas.openxmlformats.org/drawingml/2006/main" prst="ellipse">
            <a:avLst/>
          </a:prstGeom>
          <a:solidFill xmlns:a="http://schemas.openxmlformats.org/drawingml/2006/main">
            <a:srgbClr val="4C7A3F"/>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wrap="none" lIns="0" tIns="0" rIns="0" bIns="0" anchor="ctr"/>
          <a:lstStyle xmlns:a="http://schemas.openxmlformats.org/drawingml/2006/main"/>
          <a:p xmlns:a="http://schemas.openxmlformats.org/drawingml/2006/main">
            <a:pPr algn="ctr">
              <a:buNone/>
            </a:pPr>
            <a:r>
              <a:rPr sz="1800" b="1">
                <a:solidFill>
                  <a:srgbClr val="FFFFFF"/>
                </a:solidFill>
                <a:latin typeface="Cambria"/>
                <a:ea typeface="Cambria"/>
                <a:cs typeface="Cambria"/>
              </a:rPr>
              <a:t>1</a:t>
            </a:r>
          </a:p>
        </p:txBody>
      </p:sp>
      <p:sp>
        <p:nvSpPr>
          <p:cNvPr id="8" name="TextBox 7">
            <a:extLst xmlns:a="http://schemas.openxmlformats.org/drawingml/2006/main">
              <a:ext uri="{FF2B5EF4-FFF2-40B4-BE49-F238E27FC236}">
                <a16:creationId xmlns:a16="http://schemas.microsoft.com/office/drawing/2014/main" id="{1FA1EAB7-EBFC-46C2-BCA3-71318AD6F5AA}"/>
              </a:ext>
            </a:extLst>
          </p:cNvPr>
          <p:cNvSpPr>
            <a:spLocks xmlns:a="http://schemas.openxmlformats.org/drawingml/2006/main" noGrp="1"/>
          </p:cNvSpPr>
          <p:nvPr/>
        </p:nvSpPr>
        <p:spPr>
          <a:xfrm xmlns:a="http://schemas.openxmlformats.org/drawingml/2006/main">
            <a:off x="1600200" y="1819656"/>
            <a:ext cx="9601200" cy="731520"/>
          </a:xfrm>
          <a:prstGeom xmlns:a="http://schemas.openxmlformats.org/drawingml/2006/main" prst="rect">
            <a:avLst/>
          </a:prstGeom>
          <a:noFill xmlns:a="http://schemas.openxmlformats.org/drawingml/2006/main"/>
        </p:spPr>
        <p:txBody>
          <a:bodyPr xmlns:a="http://schemas.openxmlformats.org/drawingml/2006/main" wrap="square" lIns="0" tIns="0" rIns="0" bIns="0" anchor="ctr">
            <a:spAutoFit/>
          </a:bodyPr>
          <a:lstStyle xmlns:a="http://schemas.openxmlformats.org/drawingml/2006/main"/>
          <a:p xmlns:a="http://schemas.openxmlformats.org/drawingml/2006/main">
            <a:pPr algn="l">
              <a:lnSpc>
                <a:spcPct val="100000"/>
              </a:lnSpc>
              <a:spcBef>
                <a:spcPts val="0"/>
              </a:spcBef>
              <a:spcAft>
                <a:spcPts val="400"/>
              </a:spcAft>
              <a:buNone/>
            </a:pPr>
            <a:r>
              <a:rPr sz="1600" b="1">
                <a:solidFill>
                  <a:srgbClr val="224B2A"/>
                </a:solidFill>
                <a:latin typeface="Calibri"/>
                <a:ea typeface="Calibri"/>
                <a:cs typeface="Calibri"/>
              </a:rPr>
              <a:t>Chargement &amp; prétraitement  </a:t>
            </a:r>
            <a:r>
              <a:rPr sz="1450" b="0">
                <a:solidFill>
                  <a:srgbClr val="6A766C"/>
                </a:solidFill>
                <a:latin typeface="Calibri"/>
                <a:ea typeface="Calibri"/>
                <a:cs typeface="Calibri"/>
              </a:rPr>
              <a:t>— IceTag → intervalles de 15 min, profils journaliers</a:t>
            </a:r>
          </a:p>
        </p:txBody>
      </p:sp>
      <p:sp>
        <p:nvSpPr>
          <p:cNvPr id="9" name="Rounded Rectangle 8">
            <a:extLst xmlns:a="http://schemas.openxmlformats.org/drawingml/2006/main">
              <a:ext uri="{FF2B5EF4-FFF2-40B4-BE49-F238E27FC236}">
                <a16:creationId xmlns:a16="http://schemas.microsoft.com/office/drawing/2014/main" id="{8A517E90-3F83-42FF-8380-B95F3C1642D3}"/>
              </a:ext>
            </a:extLst>
          </p:cNvPr>
          <p:cNvSpPr>
            <a:spLocks xmlns:a="http://schemas.openxmlformats.org/drawingml/2006/main" noGrp="1"/>
          </p:cNvSpPr>
          <p:nvPr/>
        </p:nvSpPr>
        <p:spPr>
          <a:xfrm xmlns:a="http://schemas.openxmlformats.org/drawingml/2006/main">
            <a:off x="640080" y="2743200"/>
            <a:ext cx="10881360" cy="914400"/>
          </a:xfrm>
          <a:prstGeom xmlns:a="http://schemas.openxmlformats.org/drawingml/2006/main" prst="roundRect">
            <a:avLst>
              <a:gd name="adj" fmla="val 10000"/>
            </a:avLst>
          </a:prstGeom>
          <a:solidFill xmlns:a="http://schemas.openxmlformats.org/drawingml/2006/main">
            <a:srgbClr val="FFFFFF"/>
          </a:solidFill>
          <a:ln xmlns:a="http://schemas.openxmlformats.org/drawingml/2006/main" w="15240">
            <a:solidFill>
              <a:srgbClr val="8FB36A"/>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0" name="Oval 9">
            <a:extLst xmlns:a="http://schemas.openxmlformats.org/drawingml/2006/main">
              <a:ext uri="{FF2B5EF4-FFF2-40B4-BE49-F238E27FC236}">
                <a16:creationId xmlns:a16="http://schemas.microsoft.com/office/drawing/2014/main" id="{56F7DE7C-28A9-4E43-A64E-C16751A74BAC}"/>
              </a:ext>
            </a:extLst>
          </p:cNvPr>
          <p:cNvSpPr>
            <a:spLocks xmlns:a="http://schemas.openxmlformats.org/drawingml/2006/main" noGrp="1"/>
          </p:cNvSpPr>
          <p:nvPr/>
        </p:nvSpPr>
        <p:spPr>
          <a:xfrm xmlns:a="http://schemas.openxmlformats.org/drawingml/2006/main">
            <a:off x="914400" y="2980944"/>
            <a:ext cx="438912" cy="438912"/>
          </a:xfrm>
          <a:prstGeom xmlns:a="http://schemas.openxmlformats.org/drawingml/2006/main" prst="ellipse">
            <a:avLst/>
          </a:prstGeom>
          <a:solidFill xmlns:a="http://schemas.openxmlformats.org/drawingml/2006/main">
            <a:srgbClr val="4C7A3F"/>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wrap="none" lIns="0" tIns="0" rIns="0" bIns="0" anchor="ctr"/>
          <a:lstStyle xmlns:a="http://schemas.openxmlformats.org/drawingml/2006/main"/>
          <a:p xmlns:a="http://schemas.openxmlformats.org/drawingml/2006/main">
            <a:pPr algn="ctr">
              <a:buNone/>
            </a:pPr>
            <a:r>
              <a:rPr sz="1800" b="1">
                <a:solidFill>
                  <a:srgbClr val="FFFFFF"/>
                </a:solidFill>
                <a:latin typeface="Cambria"/>
                <a:ea typeface="Cambria"/>
                <a:cs typeface="Cambria"/>
              </a:rPr>
              <a:t>2</a:t>
            </a:r>
          </a:p>
        </p:txBody>
      </p:sp>
      <p:sp>
        <p:nvSpPr>
          <p:cNvPr id="11" name="TextBox 10">
            <a:extLst xmlns:a="http://schemas.openxmlformats.org/drawingml/2006/main">
              <a:ext uri="{FF2B5EF4-FFF2-40B4-BE49-F238E27FC236}">
                <a16:creationId xmlns:a16="http://schemas.microsoft.com/office/drawing/2014/main" id="{927B22EF-E490-4354-A947-7F650A8A1186}"/>
              </a:ext>
            </a:extLst>
          </p:cNvPr>
          <p:cNvSpPr>
            <a:spLocks xmlns:a="http://schemas.openxmlformats.org/drawingml/2006/main" noGrp="1"/>
          </p:cNvSpPr>
          <p:nvPr/>
        </p:nvSpPr>
        <p:spPr>
          <a:xfrm xmlns:a="http://schemas.openxmlformats.org/drawingml/2006/main">
            <a:off x="1600200" y="2871216"/>
            <a:ext cx="9601200" cy="731520"/>
          </a:xfrm>
          <a:prstGeom xmlns:a="http://schemas.openxmlformats.org/drawingml/2006/main" prst="rect">
            <a:avLst/>
          </a:prstGeom>
          <a:noFill xmlns:a="http://schemas.openxmlformats.org/drawingml/2006/main"/>
        </p:spPr>
        <p:txBody>
          <a:bodyPr xmlns:a="http://schemas.openxmlformats.org/drawingml/2006/main" wrap="square" lIns="0" tIns="0" rIns="0" bIns="0" anchor="ctr">
            <a:spAutoFit/>
          </a:bodyPr>
          <a:lstStyle xmlns:a="http://schemas.openxmlformats.org/drawingml/2006/main"/>
          <a:p xmlns:a="http://schemas.openxmlformats.org/drawingml/2006/main">
            <a:pPr algn="l">
              <a:lnSpc>
                <a:spcPct val="100000"/>
              </a:lnSpc>
              <a:spcBef>
                <a:spcPts val="0"/>
              </a:spcBef>
              <a:spcAft>
                <a:spcPts val="400"/>
              </a:spcAft>
              <a:buNone/>
            </a:pPr>
            <a:r>
              <a:rPr sz="1600" b="1">
                <a:solidFill>
                  <a:srgbClr val="224B2A"/>
                </a:solidFill>
                <a:latin typeface="Calibri"/>
                <a:ea typeface="Calibri"/>
                <a:cs typeface="Calibri"/>
              </a:rPr>
              <a:t>Exécution du pipeline  </a:t>
            </a:r>
            <a:r>
              <a:rPr sz="1450" b="0">
                <a:solidFill>
                  <a:srgbClr val="6A766C"/>
                </a:solidFill>
                <a:latin typeface="Calibri"/>
                <a:ea typeface="Calibri"/>
                <a:cs typeface="Calibri"/>
              </a:rPr>
              <a:t>— alertes sur les 4 essais, distribution horaire</a:t>
            </a:r>
          </a:p>
        </p:txBody>
      </p:sp>
      <p:sp>
        <p:nvSpPr>
          <p:cNvPr id="12" name="Rounded Rectangle 11">
            <a:extLst xmlns:a="http://schemas.openxmlformats.org/drawingml/2006/main">
              <a:ext uri="{FF2B5EF4-FFF2-40B4-BE49-F238E27FC236}">
                <a16:creationId xmlns:a16="http://schemas.microsoft.com/office/drawing/2014/main" id="{8DDC4148-BC44-47DC-8331-6446B0888FA6}"/>
              </a:ext>
            </a:extLst>
          </p:cNvPr>
          <p:cNvSpPr>
            <a:spLocks xmlns:a="http://schemas.openxmlformats.org/drawingml/2006/main" noGrp="1"/>
          </p:cNvSpPr>
          <p:nvPr/>
        </p:nvSpPr>
        <p:spPr>
          <a:xfrm xmlns:a="http://schemas.openxmlformats.org/drawingml/2006/main">
            <a:off x="640080" y="3794760"/>
            <a:ext cx="10881360" cy="914400"/>
          </a:xfrm>
          <a:prstGeom xmlns:a="http://schemas.openxmlformats.org/drawingml/2006/main" prst="roundRect">
            <a:avLst>
              <a:gd name="adj" fmla="val 10000"/>
            </a:avLst>
          </a:prstGeom>
          <a:solidFill xmlns:a="http://schemas.openxmlformats.org/drawingml/2006/main">
            <a:srgbClr val="F3F6EF"/>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3" name="Oval 12">
            <a:extLst xmlns:a="http://schemas.openxmlformats.org/drawingml/2006/main">
              <a:ext uri="{FF2B5EF4-FFF2-40B4-BE49-F238E27FC236}">
                <a16:creationId xmlns:a16="http://schemas.microsoft.com/office/drawing/2014/main" id="{4D13BBC6-F5D2-4B42-B5FE-603386623A80}"/>
              </a:ext>
            </a:extLst>
          </p:cNvPr>
          <p:cNvSpPr>
            <a:spLocks xmlns:a="http://schemas.openxmlformats.org/drawingml/2006/main" noGrp="1"/>
          </p:cNvSpPr>
          <p:nvPr/>
        </p:nvSpPr>
        <p:spPr>
          <a:xfrm xmlns:a="http://schemas.openxmlformats.org/drawingml/2006/main">
            <a:off x="914400" y="4032504"/>
            <a:ext cx="438912" cy="438912"/>
          </a:xfrm>
          <a:prstGeom xmlns:a="http://schemas.openxmlformats.org/drawingml/2006/main" prst="ellipse">
            <a:avLst/>
          </a:prstGeom>
          <a:solidFill xmlns:a="http://schemas.openxmlformats.org/drawingml/2006/main">
            <a:srgbClr val="4C7A3F"/>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wrap="none" lIns="0" tIns="0" rIns="0" bIns="0" anchor="ctr"/>
          <a:lstStyle xmlns:a="http://schemas.openxmlformats.org/drawingml/2006/main"/>
          <a:p xmlns:a="http://schemas.openxmlformats.org/drawingml/2006/main">
            <a:pPr algn="ctr">
              <a:buNone/>
            </a:pPr>
            <a:r>
              <a:rPr sz="1800" b="1">
                <a:solidFill>
                  <a:srgbClr val="FFFFFF"/>
                </a:solidFill>
                <a:latin typeface="Cambria"/>
                <a:ea typeface="Cambria"/>
                <a:cs typeface="Cambria"/>
              </a:rPr>
              <a:t>3</a:t>
            </a:r>
          </a:p>
        </p:txBody>
      </p:sp>
      <p:sp>
        <p:nvSpPr>
          <p:cNvPr id="14" name="TextBox 13">
            <a:extLst xmlns:a="http://schemas.openxmlformats.org/drawingml/2006/main">
              <a:ext uri="{FF2B5EF4-FFF2-40B4-BE49-F238E27FC236}">
                <a16:creationId xmlns:a16="http://schemas.microsoft.com/office/drawing/2014/main" id="{601D6B2C-6386-492E-9C01-0654B2A7A8B5}"/>
              </a:ext>
            </a:extLst>
          </p:cNvPr>
          <p:cNvSpPr>
            <a:spLocks xmlns:a="http://schemas.openxmlformats.org/drawingml/2006/main" noGrp="1"/>
          </p:cNvSpPr>
          <p:nvPr/>
        </p:nvSpPr>
        <p:spPr>
          <a:xfrm xmlns:a="http://schemas.openxmlformats.org/drawingml/2006/main">
            <a:off x="1600200" y="3922776"/>
            <a:ext cx="9601200" cy="731520"/>
          </a:xfrm>
          <a:prstGeom xmlns:a="http://schemas.openxmlformats.org/drawingml/2006/main" prst="rect">
            <a:avLst/>
          </a:prstGeom>
          <a:noFill xmlns:a="http://schemas.openxmlformats.org/drawingml/2006/main"/>
        </p:spPr>
        <p:txBody>
          <a:bodyPr xmlns:a="http://schemas.openxmlformats.org/drawingml/2006/main" wrap="square" lIns="0" tIns="0" rIns="0" bIns="0" anchor="ctr">
            <a:spAutoFit/>
          </a:bodyPr>
          <a:lstStyle xmlns:a="http://schemas.openxmlformats.org/drawingml/2006/main"/>
          <a:p xmlns:a="http://schemas.openxmlformats.org/drawingml/2006/main">
            <a:pPr algn="l">
              <a:lnSpc>
                <a:spcPct val="100000"/>
              </a:lnSpc>
              <a:spcBef>
                <a:spcPts val="0"/>
              </a:spcBef>
              <a:spcAft>
                <a:spcPts val="400"/>
              </a:spcAft>
              <a:buNone/>
            </a:pPr>
            <a:r>
              <a:rPr sz="1600" b="1">
                <a:solidFill>
                  <a:srgbClr val="224B2A"/>
                </a:solidFill>
                <a:latin typeface="Calibri"/>
                <a:ea typeface="Calibri"/>
                <a:cs typeface="Calibri"/>
              </a:rPr>
              <a:t>Visualisations env. × comportement  </a:t>
            </a:r>
            <a:r>
              <a:rPr sz="1450" b="0">
                <a:solidFill>
                  <a:srgbClr val="6A766C"/>
                </a:solidFill>
                <a:latin typeface="Calibri"/>
                <a:ea typeface="Calibri"/>
                <a:cs typeface="Calibri"/>
              </a:rPr>
              <a:t>— activité vs THI, composition comportementale</a:t>
            </a:r>
          </a:p>
        </p:txBody>
      </p:sp>
      <p:sp>
        <p:nvSpPr>
          <p:cNvPr id="15" name="Rounded Rectangle 14">
            <a:extLst xmlns:a="http://schemas.openxmlformats.org/drawingml/2006/main">
              <a:ext uri="{FF2B5EF4-FFF2-40B4-BE49-F238E27FC236}">
                <a16:creationId xmlns:a16="http://schemas.microsoft.com/office/drawing/2014/main" id="{F2C952DF-002C-4170-9A6E-50F792D4848A}"/>
              </a:ext>
            </a:extLst>
          </p:cNvPr>
          <p:cNvSpPr>
            <a:spLocks xmlns:a="http://schemas.openxmlformats.org/drawingml/2006/main" noGrp="1"/>
          </p:cNvSpPr>
          <p:nvPr/>
        </p:nvSpPr>
        <p:spPr>
          <a:xfrm xmlns:a="http://schemas.openxmlformats.org/drawingml/2006/main">
            <a:off x="640080" y="4846320"/>
            <a:ext cx="10881360" cy="914400"/>
          </a:xfrm>
          <a:prstGeom xmlns:a="http://schemas.openxmlformats.org/drawingml/2006/main" prst="roundRect">
            <a:avLst>
              <a:gd name="adj" fmla="val 10000"/>
            </a:avLst>
          </a:prstGeom>
          <a:solidFill xmlns:a="http://schemas.openxmlformats.org/drawingml/2006/main">
            <a:srgbClr val="FFFFFF"/>
          </a:solidFill>
          <a:ln xmlns:a="http://schemas.openxmlformats.org/drawingml/2006/main" w="15240">
            <a:solidFill>
              <a:srgbClr val="8FB36A"/>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6" name="Oval 15">
            <a:extLst xmlns:a="http://schemas.openxmlformats.org/drawingml/2006/main">
              <a:ext uri="{FF2B5EF4-FFF2-40B4-BE49-F238E27FC236}">
                <a16:creationId xmlns:a16="http://schemas.microsoft.com/office/drawing/2014/main" id="{5D5E9820-29DD-4A44-9850-606641CFF85E}"/>
              </a:ext>
            </a:extLst>
          </p:cNvPr>
          <p:cNvSpPr>
            <a:spLocks xmlns:a="http://schemas.openxmlformats.org/drawingml/2006/main" noGrp="1"/>
          </p:cNvSpPr>
          <p:nvPr/>
        </p:nvSpPr>
        <p:spPr>
          <a:xfrm xmlns:a="http://schemas.openxmlformats.org/drawingml/2006/main">
            <a:off x="914400" y="5084064"/>
            <a:ext cx="438912" cy="438912"/>
          </a:xfrm>
          <a:prstGeom xmlns:a="http://schemas.openxmlformats.org/drawingml/2006/main" prst="ellipse">
            <a:avLst/>
          </a:prstGeom>
          <a:solidFill xmlns:a="http://schemas.openxmlformats.org/drawingml/2006/main">
            <a:srgbClr val="4C7A3F"/>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wrap="none" lIns="0" tIns="0" rIns="0" bIns="0" anchor="ctr"/>
          <a:lstStyle xmlns:a="http://schemas.openxmlformats.org/drawingml/2006/main"/>
          <a:p xmlns:a="http://schemas.openxmlformats.org/drawingml/2006/main">
            <a:pPr algn="ctr">
              <a:buNone/>
            </a:pPr>
            <a:r>
              <a:rPr sz="1800" b="1">
                <a:solidFill>
                  <a:srgbClr val="FFFFFF"/>
                </a:solidFill>
                <a:latin typeface="Cambria"/>
                <a:ea typeface="Cambria"/>
                <a:cs typeface="Cambria"/>
              </a:rPr>
              <a:t>4</a:t>
            </a:r>
          </a:p>
        </p:txBody>
      </p:sp>
      <p:sp>
        <p:nvSpPr>
          <p:cNvPr id="17" name="TextBox 16">
            <a:extLst xmlns:a="http://schemas.openxmlformats.org/drawingml/2006/main">
              <a:ext uri="{FF2B5EF4-FFF2-40B4-BE49-F238E27FC236}">
                <a16:creationId xmlns:a16="http://schemas.microsoft.com/office/drawing/2014/main" id="{F59EE8F5-DB0E-4C17-8BA2-E1D9124B1032}"/>
              </a:ext>
            </a:extLst>
          </p:cNvPr>
          <p:cNvSpPr>
            <a:spLocks xmlns:a="http://schemas.openxmlformats.org/drawingml/2006/main" noGrp="1"/>
          </p:cNvSpPr>
          <p:nvPr/>
        </p:nvSpPr>
        <p:spPr>
          <a:xfrm xmlns:a="http://schemas.openxmlformats.org/drawingml/2006/main">
            <a:off x="1600200" y="4974336"/>
            <a:ext cx="9601200" cy="731520"/>
          </a:xfrm>
          <a:prstGeom xmlns:a="http://schemas.openxmlformats.org/drawingml/2006/main" prst="rect">
            <a:avLst/>
          </a:prstGeom>
          <a:noFill xmlns:a="http://schemas.openxmlformats.org/drawingml/2006/main"/>
        </p:spPr>
        <p:txBody>
          <a:bodyPr xmlns:a="http://schemas.openxmlformats.org/drawingml/2006/main" wrap="square" lIns="0" tIns="0" rIns="0" bIns="0" anchor="ctr">
            <a:spAutoFit/>
          </a:bodyPr>
          <a:lstStyle xmlns:a="http://schemas.openxmlformats.org/drawingml/2006/main"/>
          <a:p xmlns:a="http://schemas.openxmlformats.org/drawingml/2006/main">
            <a:pPr algn="l">
              <a:lnSpc>
                <a:spcPct val="100000"/>
              </a:lnSpc>
              <a:spcBef>
                <a:spcPts val="0"/>
              </a:spcBef>
              <a:spcAft>
                <a:spcPts val="400"/>
              </a:spcAft>
              <a:buNone/>
            </a:pPr>
            <a:r>
              <a:rPr sz="1600" b="1">
                <a:solidFill>
                  <a:srgbClr val="224B2A"/>
                </a:solidFill>
                <a:latin typeface="Calibri"/>
                <a:ea typeface="Calibri"/>
                <a:cs typeface="Calibri"/>
              </a:rPr>
              <a:t>Guide d'interprétation  </a:t>
            </a:r>
            <a:r>
              <a:rPr sz="1450" b="0">
                <a:solidFill>
                  <a:srgbClr val="6A766C"/>
                </a:solidFill>
                <a:latin typeface="Calibri"/>
                <a:ea typeface="Calibri"/>
                <a:cs typeface="Calibri"/>
              </a:rPr>
              <a:t>— alerte = dépistage, non diagnostic ; bonnes pratiques IoT</a:t>
            </a:r>
          </a:p>
        </p:txBody>
      </p:sp>
    </p:spTree>
    <p:extLst>
      <p:ext uri="{BB962C8B-B14F-4D97-AF65-F5344CB8AC3E}">
        <p14:creationId xmlns:p14="http://schemas.microsoft.com/office/powerpoint/2010/main" val="565174052"/>
      </p:ext>
    </p:extLst>
  </p:cSld>
</p:sld>
</file>

<file path=ppt/slides/slide9.xml><?xml version="1.0" encoding="utf-8"?>
<p:sld xmlns:p="http://schemas.openxmlformats.org/presentationml/2006/main">
  <p:cSld>
    <p:spTree>
      <p:nvGrpSpPr>
        <p:cNvPr id="1" name=""/>
        <p:cNvGrpSpPr/>
        <p:nvPr/>
      </p:nvGrpSpPr>
      <p:grpSpPr>
        <a:xfrm xmlns:a="http://schemas.openxmlformats.org/drawingml/2006/main"/>
      </p:grpSpPr>
      <p:sp>
        <p:nvSpPr>
          <p:cNvPr id="2" name="Rectangle 1">
            <a:extLst xmlns:a="http://schemas.openxmlformats.org/drawingml/2006/main">
              <a:ext uri="{FF2B5EF4-FFF2-40B4-BE49-F238E27FC236}">
                <a16:creationId xmlns:a16="http://schemas.microsoft.com/office/drawing/2014/main" id="{6C617805-2757-47BF-B0BF-A47E36AA4976}"/>
              </a:ext>
            </a:extLst>
          </p:cNvPr>
          <p:cNvSpPr>
            <a:spLocks xmlns:a="http://schemas.openxmlformats.org/drawingml/2006/main" noGrp="1"/>
          </p:cNvSpPr>
          <p:nvPr/>
        </p:nvSpPr>
        <p:spPr>
          <a:xfrm xmlns:a="http://schemas.openxmlformats.org/drawingml/2006/main">
            <a:off x="0" y="0"/>
            <a:ext cx="12191695" cy="6858000"/>
          </a:xfrm>
          <a:prstGeom xmlns:a="http://schemas.openxmlformats.org/drawingml/2006/main" prst="rect">
            <a:avLst/>
          </a:prstGeom>
          <a:solidFill xmlns:a="http://schemas.openxmlformats.org/drawingml/2006/main">
            <a:srgbClr val="FFFFFF"/>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Oval 2">
            <a:extLst xmlns:a="http://schemas.openxmlformats.org/drawingml/2006/main">
              <a:ext uri="{FF2B5EF4-FFF2-40B4-BE49-F238E27FC236}">
                <a16:creationId xmlns:a16="http://schemas.microsoft.com/office/drawing/2014/main" id="{09C8E6C1-A193-4F15-817B-CB83D195BC22}"/>
              </a:ext>
            </a:extLst>
          </p:cNvPr>
          <p:cNvSpPr>
            <a:spLocks xmlns:a="http://schemas.openxmlformats.org/drawingml/2006/main" noGrp="1"/>
          </p:cNvSpPr>
          <p:nvPr/>
        </p:nvSpPr>
        <p:spPr>
          <a:xfrm xmlns:a="http://schemas.openxmlformats.org/drawingml/2006/main">
            <a:off x="640080" y="566928"/>
            <a:ext cx="548640" cy="548640"/>
          </a:xfrm>
          <a:prstGeom xmlns:a="http://schemas.openxmlformats.org/drawingml/2006/main" prst="ellipse">
            <a:avLst/>
          </a:prstGeom>
          <a:solidFill xmlns:a="http://schemas.openxmlformats.org/drawingml/2006/main">
            <a:srgbClr val="4C7A3F"/>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wrap="none" lIns="0" tIns="0" rIns="0" bIns="0" anchor="ctr"/>
          <a:lstStyle xmlns:a="http://schemas.openxmlformats.org/drawingml/2006/main"/>
          <a:p xmlns:a="http://schemas.openxmlformats.org/drawingml/2006/main">
            <a:pPr algn="ctr">
              <a:buNone/>
            </a:pPr>
            <a:r>
              <a:rPr sz="1800" b="1">
                <a:solidFill>
                  <a:srgbClr val="FFFFFF"/>
                </a:solidFill>
                <a:latin typeface="Cambria"/>
                <a:ea typeface="Cambria"/>
                <a:cs typeface="Cambria"/>
              </a:rPr>
              <a:t>6</a:t>
            </a:r>
          </a:p>
        </p:txBody>
      </p:sp>
      <p:sp>
        <p:nvSpPr>
          <p:cNvPr id="4" name="TextBox 3">
            <a:extLst xmlns:a="http://schemas.openxmlformats.org/drawingml/2006/main">
              <a:ext uri="{FF2B5EF4-FFF2-40B4-BE49-F238E27FC236}">
                <a16:creationId xmlns:a16="http://schemas.microsoft.com/office/drawing/2014/main" id="{579D8B82-C366-47D4-8BDC-548F7D4A01A6}"/>
              </a:ext>
            </a:extLst>
          </p:cNvPr>
          <p:cNvSpPr>
            <a:spLocks xmlns:a="http://schemas.openxmlformats.org/drawingml/2006/main" noGrp="1"/>
          </p:cNvSpPr>
          <p:nvPr/>
        </p:nvSpPr>
        <p:spPr>
          <a:xfrm xmlns:a="http://schemas.openxmlformats.org/drawingml/2006/main">
            <a:off x="1371600" y="502920"/>
            <a:ext cx="9875520" cy="73152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lnSpc>
                <a:spcPct val="100000"/>
              </a:lnSpc>
              <a:spcBef>
                <a:spcPts val="0"/>
              </a:spcBef>
              <a:spcAft>
                <a:spcPts val="400"/>
              </a:spcAft>
              <a:buNone/>
            </a:pPr>
            <a:r>
              <a:rPr sz="3000" b="1">
                <a:solidFill>
                  <a:srgbClr val="224B2A"/>
                </a:solidFill>
                <a:latin typeface="Cambria"/>
                <a:ea typeface="Cambria"/>
                <a:cs typeface="Cambria"/>
              </a:rPr>
              <a:t>Objectif 4 — Support WELL-E</a:t>
            </a:r>
          </a:p>
        </p:txBody>
      </p:sp>
      <p:sp>
        <p:nvSpPr>
          <p:cNvPr id="5" name="TextBox 4">
            <a:extLst xmlns:a="http://schemas.openxmlformats.org/drawingml/2006/main">
              <a:ext uri="{FF2B5EF4-FFF2-40B4-BE49-F238E27FC236}">
                <a16:creationId xmlns:a16="http://schemas.microsoft.com/office/drawing/2014/main" id="{D67E50ED-D26D-4802-A956-56D59276CB3E}"/>
              </a:ext>
            </a:extLst>
          </p:cNvPr>
          <p:cNvSpPr>
            <a:spLocks xmlns:a="http://schemas.openxmlformats.org/drawingml/2006/main" noGrp="1"/>
          </p:cNvSpPr>
          <p:nvPr/>
        </p:nvSpPr>
        <p:spPr>
          <a:xfrm xmlns:a="http://schemas.openxmlformats.org/drawingml/2006/main">
            <a:off x="1371600" y="1078992"/>
            <a:ext cx="100584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lnSpc>
                <a:spcPct val="100000"/>
              </a:lnSpc>
              <a:spcBef>
                <a:spcPts val="0"/>
              </a:spcBef>
              <a:spcAft>
                <a:spcPts val="400"/>
              </a:spcAft>
              <a:buNone/>
            </a:pPr>
            <a:r>
              <a:rPr sz="1400" b="0">
                <a:solidFill>
                  <a:srgbClr val="6A766C"/>
                </a:solidFill>
                <a:latin typeface="Calibri"/>
                <a:ea typeface="Calibri"/>
                <a:cs typeface="Calibri"/>
              </a:rPr>
              <a:t>En attente des scripts — sur les rails</a:t>
            </a:r>
          </a:p>
        </p:txBody>
      </p:sp>
      <p:sp>
        <p:nvSpPr>
          <p:cNvPr id="6" name="Rounded Rectangle 5">
            <a:extLst xmlns:a="http://schemas.openxmlformats.org/drawingml/2006/main">
              <a:ext uri="{FF2B5EF4-FFF2-40B4-BE49-F238E27FC236}">
                <a16:creationId xmlns:a16="http://schemas.microsoft.com/office/drawing/2014/main" id="{CFBB13A4-84A5-4605-BC91-49C9C033CF72}"/>
              </a:ext>
            </a:extLst>
          </p:cNvPr>
          <p:cNvSpPr>
            <a:spLocks xmlns:a="http://schemas.openxmlformats.org/drawingml/2006/main" noGrp="1"/>
          </p:cNvSpPr>
          <p:nvPr/>
        </p:nvSpPr>
        <p:spPr>
          <a:xfrm xmlns:a="http://schemas.openxmlformats.org/drawingml/2006/main">
            <a:off x="640080" y="1920240"/>
            <a:ext cx="10881360" cy="1371600"/>
          </a:xfrm>
          <a:prstGeom xmlns:a="http://schemas.openxmlformats.org/drawingml/2006/main" prst="roundRect">
            <a:avLst>
              <a:gd name="adj" fmla="val 8000"/>
            </a:avLst>
          </a:prstGeom>
          <a:solidFill xmlns:a="http://schemas.openxmlformats.org/drawingml/2006/main">
            <a:srgbClr val="F7EEE2"/>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7" name="TextBox 6">
            <a:extLst xmlns:a="http://schemas.openxmlformats.org/drawingml/2006/main">
              <a:ext uri="{FF2B5EF4-FFF2-40B4-BE49-F238E27FC236}">
                <a16:creationId xmlns:a16="http://schemas.microsoft.com/office/drawing/2014/main" id="{EB0F74FA-6856-4666-BC51-AE21DB7B85C0}"/>
              </a:ext>
            </a:extLst>
          </p:cNvPr>
          <p:cNvSpPr>
            <a:spLocks xmlns:a="http://schemas.openxmlformats.org/drawingml/2006/main" noGrp="1"/>
          </p:cNvSpPr>
          <p:nvPr/>
        </p:nvSpPr>
        <p:spPr>
          <a:xfrm xmlns:a="http://schemas.openxmlformats.org/drawingml/2006/main">
            <a:off x="1005840" y="2148840"/>
            <a:ext cx="10058400" cy="914400"/>
          </a:xfrm>
          <a:prstGeom xmlns:a="http://schemas.openxmlformats.org/drawingml/2006/main" prst="rect">
            <a:avLst/>
          </a:prstGeom>
          <a:noFill xmlns:a="http://schemas.openxmlformats.org/drawingml/2006/main"/>
        </p:spPr>
        <p:txBody>
          <a:bodyPr xmlns:a="http://schemas.openxmlformats.org/drawingml/2006/main" wrap="square" lIns="0" tIns="0" rIns="0" bIns="0" anchor="ctr">
            <a:spAutoFit/>
          </a:bodyPr>
          <a:lstStyle xmlns:a="http://schemas.openxmlformats.org/drawingml/2006/main"/>
          <a:p xmlns:a="http://schemas.openxmlformats.org/drawingml/2006/main">
            <a:pPr algn="l">
              <a:lnSpc>
                <a:spcPct val="100000"/>
              </a:lnSpc>
              <a:spcBef>
                <a:spcPts val="0"/>
              </a:spcBef>
              <a:spcAft>
                <a:spcPts val="400"/>
              </a:spcAft>
              <a:buNone/>
            </a:pPr>
            <a:r>
              <a:rPr sz="1600" b="0">
                <a:solidFill>
                  <a:srgbClr val="202A22"/>
                </a:solidFill>
                <a:latin typeface="Calibri"/>
                <a:ea typeface="Calibri"/>
                <a:cs typeface="Calibri"/>
              </a:rPr>
              <a:t>Scripts Python WELL-E + contexte du projet de Mira : </a:t>
            </a:r>
            <a:r>
              <a:rPr sz="1600" b="1">
                <a:solidFill>
                  <a:srgbClr val="C07A2B"/>
                </a:solidFill>
                <a:latin typeface="Calibri"/>
                <a:ea typeface="Calibri"/>
                <a:cs typeface="Calibri"/>
              </a:rPr>
              <a:t>réception à la mi-juillet</a:t>
            </a:r>
            <a:r>
              <a:rPr sz="1600" b="0">
                <a:solidFill>
                  <a:srgbClr val="202A22"/>
                </a:solidFill>
                <a:latin typeface="Calibri"/>
                <a:ea typeface="Calibri"/>
                <a:cs typeface="Calibri"/>
              </a:rPr>
              <a:t>.</a:t>
            </a:r>
          </a:p>
        </p:txBody>
      </p:sp>
      <p:sp>
        <p:nvSpPr>
          <p:cNvPr id="8" name="Oval 7">
            <a:extLst xmlns:a="http://schemas.openxmlformats.org/drawingml/2006/main">
              <a:ext uri="{FF2B5EF4-FFF2-40B4-BE49-F238E27FC236}">
                <a16:creationId xmlns:a16="http://schemas.microsoft.com/office/drawing/2014/main" id="{11B1B1BF-86E5-4C64-827D-51FDAFEDE822}"/>
              </a:ext>
            </a:extLst>
          </p:cNvPr>
          <p:cNvSpPr>
            <a:spLocks xmlns:a="http://schemas.openxmlformats.org/drawingml/2006/main" noGrp="1"/>
          </p:cNvSpPr>
          <p:nvPr/>
        </p:nvSpPr>
        <p:spPr>
          <a:xfrm xmlns:a="http://schemas.openxmlformats.org/drawingml/2006/main">
            <a:off x="1188720" y="4023360"/>
            <a:ext cx="365760" cy="365760"/>
          </a:xfrm>
          <a:prstGeom xmlns:a="http://schemas.openxmlformats.org/drawingml/2006/main" prst="ellipse">
            <a:avLst/>
          </a:prstGeom>
          <a:solidFill xmlns:a="http://schemas.openxmlformats.org/drawingml/2006/main">
            <a:srgbClr val="4C7A3F"/>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9" name="Rounded Rectangle 8">
            <a:extLst xmlns:a="http://schemas.openxmlformats.org/drawingml/2006/main">
              <a:ext uri="{FF2B5EF4-FFF2-40B4-BE49-F238E27FC236}">
                <a16:creationId xmlns:a16="http://schemas.microsoft.com/office/drawing/2014/main" id="{12944B0E-8CEA-49C8-9BEC-DF11BDA66B80}"/>
              </a:ext>
            </a:extLst>
          </p:cNvPr>
          <p:cNvSpPr>
            <a:spLocks xmlns:a="http://schemas.openxmlformats.org/drawingml/2006/main" noGrp="1"/>
          </p:cNvSpPr>
          <p:nvPr/>
        </p:nvSpPr>
        <p:spPr>
          <a:xfrm xmlns:a="http://schemas.openxmlformats.org/drawingml/2006/main">
            <a:off x="1645920" y="4169663"/>
            <a:ext cx="3108960" cy="73152"/>
          </a:xfrm>
          <a:prstGeom xmlns:a="http://schemas.openxmlformats.org/drawingml/2006/main" prst="roundRect">
            <a:avLst>
              <a:gd name="adj" fmla="val 0"/>
            </a:avLst>
          </a:prstGeom>
          <a:solidFill xmlns:a="http://schemas.openxmlformats.org/drawingml/2006/main">
            <a:srgbClr val="8FB36A"/>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0" name="TextBox 9">
            <a:extLst xmlns:a="http://schemas.openxmlformats.org/drawingml/2006/main">
              <a:ext uri="{FF2B5EF4-FFF2-40B4-BE49-F238E27FC236}">
                <a16:creationId xmlns:a16="http://schemas.microsoft.com/office/drawing/2014/main" id="{21512B9B-E554-49E8-A5A7-6AE0560FE3FC}"/>
              </a:ext>
            </a:extLst>
          </p:cNvPr>
          <p:cNvSpPr>
            <a:spLocks xmlns:a="http://schemas.openxmlformats.org/drawingml/2006/main" noGrp="1"/>
          </p:cNvSpPr>
          <p:nvPr/>
        </p:nvSpPr>
        <p:spPr>
          <a:xfrm xmlns:a="http://schemas.openxmlformats.org/drawingml/2006/main">
            <a:off x="640080" y="4526280"/>
            <a:ext cx="22860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ctr">
              <a:lnSpc>
                <a:spcPct val="100000"/>
              </a:lnSpc>
              <a:spcBef>
                <a:spcPts val="0"/>
              </a:spcBef>
              <a:spcAft>
                <a:spcPts val="400"/>
              </a:spcAft>
              <a:buNone/>
            </a:pPr>
            <a:r>
              <a:rPr sz="1400" b="1">
                <a:solidFill>
                  <a:srgbClr val="224B2A"/>
                </a:solidFill>
                <a:latin typeface="Calibri"/>
                <a:ea typeface="Calibri"/>
                <a:cs typeface="Calibri"/>
              </a:rPr>
              <a:t>Aujourd'hui</a:t>
            </a:r>
          </a:p>
        </p:txBody>
      </p:sp>
      <p:sp>
        <p:nvSpPr>
          <p:cNvPr id="11" name="TextBox 10">
            <a:extLst xmlns:a="http://schemas.openxmlformats.org/drawingml/2006/main">
              <a:ext uri="{FF2B5EF4-FFF2-40B4-BE49-F238E27FC236}">
                <a16:creationId xmlns:a16="http://schemas.microsoft.com/office/drawing/2014/main" id="{29FA84EC-E5EB-4B1F-9691-02D0F0BD9F53}"/>
              </a:ext>
            </a:extLst>
          </p:cNvPr>
          <p:cNvSpPr>
            <a:spLocks xmlns:a="http://schemas.openxmlformats.org/drawingml/2006/main" noGrp="1"/>
          </p:cNvSpPr>
          <p:nvPr/>
        </p:nvSpPr>
        <p:spPr>
          <a:xfrm xmlns:a="http://schemas.openxmlformats.org/drawingml/2006/main">
            <a:off x="640080" y="4892040"/>
            <a:ext cx="228600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ctr">
              <a:lnSpc>
                <a:spcPct val="100000"/>
              </a:lnSpc>
              <a:spcBef>
                <a:spcPts val="0"/>
              </a:spcBef>
              <a:spcAft>
                <a:spcPts val="400"/>
              </a:spcAft>
              <a:buNone/>
            </a:pPr>
            <a:r>
              <a:rPr sz="1250" b="0">
                <a:solidFill>
                  <a:srgbClr val="6A766C"/>
                </a:solidFill>
                <a:latin typeface="Calibri"/>
                <a:ea typeface="Calibri"/>
                <a:cs typeface="Calibri"/>
              </a:rPr>
              <a:t>3 objectifs faits</a:t>
            </a:r>
          </a:p>
        </p:txBody>
      </p:sp>
      <p:sp>
        <p:nvSpPr>
          <p:cNvPr id="12" name="Oval 11">
            <a:extLst xmlns:a="http://schemas.openxmlformats.org/drawingml/2006/main">
              <a:ext uri="{FF2B5EF4-FFF2-40B4-BE49-F238E27FC236}">
                <a16:creationId xmlns:a16="http://schemas.microsoft.com/office/drawing/2014/main" id="{4A575105-B092-49D7-9F50-7828D087DB5B}"/>
              </a:ext>
            </a:extLst>
          </p:cNvPr>
          <p:cNvSpPr>
            <a:spLocks xmlns:a="http://schemas.openxmlformats.org/drawingml/2006/main" noGrp="1"/>
          </p:cNvSpPr>
          <p:nvPr/>
        </p:nvSpPr>
        <p:spPr>
          <a:xfrm xmlns:a="http://schemas.openxmlformats.org/drawingml/2006/main">
            <a:off x="4800600" y="4023360"/>
            <a:ext cx="365760" cy="365760"/>
          </a:xfrm>
          <a:prstGeom xmlns:a="http://schemas.openxmlformats.org/drawingml/2006/main" prst="ellipse">
            <a:avLst/>
          </a:prstGeom>
          <a:solidFill xmlns:a="http://schemas.openxmlformats.org/drawingml/2006/main">
            <a:srgbClr val="C07A2B"/>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3" name="Rounded Rectangle 12">
            <a:extLst xmlns:a="http://schemas.openxmlformats.org/drawingml/2006/main">
              <a:ext uri="{FF2B5EF4-FFF2-40B4-BE49-F238E27FC236}">
                <a16:creationId xmlns:a16="http://schemas.microsoft.com/office/drawing/2014/main" id="{4B063E42-D70E-47FF-AACE-553DBDC3925C}"/>
              </a:ext>
            </a:extLst>
          </p:cNvPr>
          <p:cNvSpPr>
            <a:spLocks xmlns:a="http://schemas.openxmlformats.org/drawingml/2006/main" noGrp="1"/>
          </p:cNvSpPr>
          <p:nvPr/>
        </p:nvSpPr>
        <p:spPr>
          <a:xfrm xmlns:a="http://schemas.openxmlformats.org/drawingml/2006/main">
            <a:off x="5257800" y="4169663"/>
            <a:ext cx="3108960" cy="73152"/>
          </a:xfrm>
          <a:prstGeom xmlns:a="http://schemas.openxmlformats.org/drawingml/2006/main" prst="roundRect">
            <a:avLst>
              <a:gd name="adj" fmla="val 0"/>
            </a:avLst>
          </a:prstGeom>
          <a:solidFill xmlns:a="http://schemas.openxmlformats.org/drawingml/2006/main">
            <a:srgbClr val="8FB36A"/>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4" name="TextBox 13">
            <a:extLst xmlns:a="http://schemas.openxmlformats.org/drawingml/2006/main">
              <a:ext uri="{FF2B5EF4-FFF2-40B4-BE49-F238E27FC236}">
                <a16:creationId xmlns:a16="http://schemas.microsoft.com/office/drawing/2014/main" id="{1705A63D-30BD-4AE3-924E-CF5D5ED8447A}"/>
              </a:ext>
            </a:extLst>
          </p:cNvPr>
          <p:cNvSpPr>
            <a:spLocks xmlns:a="http://schemas.openxmlformats.org/drawingml/2006/main" noGrp="1"/>
          </p:cNvSpPr>
          <p:nvPr/>
        </p:nvSpPr>
        <p:spPr>
          <a:xfrm xmlns:a="http://schemas.openxmlformats.org/drawingml/2006/main">
            <a:off x="4251960" y="4526280"/>
            <a:ext cx="22860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ctr">
              <a:lnSpc>
                <a:spcPct val="100000"/>
              </a:lnSpc>
              <a:spcBef>
                <a:spcPts val="0"/>
              </a:spcBef>
              <a:spcAft>
                <a:spcPts val="400"/>
              </a:spcAft>
              <a:buNone/>
            </a:pPr>
            <a:r>
              <a:rPr sz="1400" b="1">
                <a:solidFill>
                  <a:srgbClr val="224B2A"/>
                </a:solidFill>
                <a:latin typeface="Calibri"/>
                <a:ea typeface="Calibri"/>
                <a:cs typeface="Calibri"/>
              </a:rPr>
              <a:t>Mi-juillet</a:t>
            </a:r>
          </a:p>
        </p:txBody>
      </p:sp>
      <p:sp>
        <p:nvSpPr>
          <p:cNvPr id="15" name="TextBox 14">
            <a:extLst xmlns:a="http://schemas.openxmlformats.org/drawingml/2006/main">
              <a:ext uri="{FF2B5EF4-FFF2-40B4-BE49-F238E27FC236}">
                <a16:creationId xmlns:a16="http://schemas.microsoft.com/office/drawing/2014/main" id="{6D5648CC-5BF9-476C-91BD-5FCF06C3A753}"/>
              </a:ext>
            </a:extLst>
          </p:cNvPr>
          <p:cNvSpPr>
            <a:spLocks xmlns:a="http://schemas.openxmlformats.org/drawingml/2006/main" noGrp="1"/>
          </p:cNvSpPr>
          <p:nvPr/>
        </p:nvSpPr>
        <p:spPr>
          <a:xfrm xmlns:a="http://schemas.openxmlformats.org/drawingml/2006/main">
            <a:off x="4251960" y="4892040"/>
            <a:ext cx="228600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ctr">
              <a:lnSpc>
                <a:spcPct val="100000"/>
              </a:lnSpc>
              <a:spcBef>
                <a:spcPts val="0"/>
              </a:spcBef>
              <a:spcAft>
                <a:spcPts val="400"/>
              </a:spcAft>
              <a:buNone/>
            </a:pPr>
            <a:r>
              <a:rPr sz="1250" b="0">
                <a:solidFill>
                  <a:srgbClr val="6A766C"/>
                </a:solidFill>
                <a:latin typeface="Calibri"/>
                <a:ea typeface="Calibri"/>
                <a:cs typeface="Calibri"/>
              </a:rPr>
              <a:t>réception scripts</a:t>
            </a:r>
          </a:p>
        </p:txBody>
      </p:sp>
      <p:sp>
        <p:nvSpPr>
          <p:cNvPr id="16" name="Oval 15">
            <a:extLst xmlns:a="http://schemas.openxmlformats.org/drawingml/2006/main">
              <a:ext uri="{FF2B5EF4-FFF2-40B4-BE49-F238E27FC236}">
                <a16:creationId xmlns:a16="http://schemas.microsoft.com/office/drawing/2014/main" id="{D585E39B-F77D-4497-AC47-14677FB049A0}"/>
              </a:ext>
            </a:extLst>
          </p:cNvPr>
          <p:cNvSpPr>
            <a:spLocks xmlns:a="http://schemas.openxmlformats.org/drawingml/2006/main" noGrp="1"/>
          </p:cNvSpPr>
          <p:nvPr/>
        </p:nvSpPr>
        <p:spPr>
          <a:xfrm xmlns:a="http://schemas.openxmlformats.org/drawingml/2006/main">
            <a:off x="8412480" y="4023360"/>
            <a:ext cx="365760" cy="365760"/>
          </a:xfrm>
          <a:prstGeom xmlns:a="http://schemas.openxmlformats.org/drawingml/2006/main" prst="ellipse">
            <a:avLst/>
          </a:prstGeom>
          <a:solidFill xmlns:a="http://schemas.openxmlformats.org/drawingml/2006/main">
            <a:srgbClr val="4C7A3F"/>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7" name="TextBox 16">
            <a:extLst xmlns:a="http://schemas.openxmlformats.org/drawingml/2006/main">
              <a:ext uri="{FF2B5EF4-FFF2-40B4-BE49-F238E27FC236}">
                <a16:creationId xmlns:a16="http://schemas.microsoft.com/office/drawing/2014/main" id="{C02CFCD3-C146-4E91-92B0-C5B45366554D}"/>
              </a:ext>
            </a:extLst>
          </p:cNvPr>
          <p:cNvSpPr>
            <a:spLocks xmlns:a="http://schemas.openxmlformats.org/drawingml/2006/main" noGrp="1"/>
          </p:cNvSpPr>
          <p:nvPr/>
        </p:nvSpPr>
        <p:spPr>
          <a:xfrm xmlns:a="http://schemas.openxmlformats.org/drawingml/2006/main">
            <a:off x="7863840" y="4526280"/>
            <a:ext cx="22860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ctr">
              <a:lnSpc>
                <a:spcPct val="100000"/>
              </a:lnSpc>
              <a:spcBef>
                <a:spcPts val="0"/>
              </a:spcBef>
              <a:spcAft>
                <a:spcPts val="400"/>
              </a:spcAft>
              <a:buNone/>
            </a:pPr>
            <a:r>
              <a:rPr sz="1400" b="1">
                <a:solidFill>
                  <a:srgbClr val="224B2A"/>
                </a:solidFill>
                <a:latin typeface="Calibri"/>
                <a:ea typeface="Calibri"/>
                <a:cs typeface="Calibri"/>
              </a:rPr>
              <a:t>Avant 3 août</a:t>
            </a:r>
          </a:p>
        </p:txBody>
      </p:sp>
      <p:sp>
        <p:nvSpPr>
          <p:cNvPr id="18" name="TextBox 17">
            <a:extLst xmlns:a="http://schemas.openxmlformats.org/drawingml/2006/main">
              <a:ext uri="{FF2B5EF4-FFF2-40B4-BE49-F238E27FC236}">
                <a16:creationId xmlns:a16="http://schemas.microsoft.com/office/drawing/2014/main" id="{6FABD0FF-0945-4D68-B7FB-F7EEE7AF14EE}"/>
              </a:ext>
            </a:extLst>
          </p:cNvPr>
          <p:cNvSpPr>
            <a:spLocks xmlns:a="http://schemas.openxmlformats.org/drawingml/2006/main" noGrp="1"/>
          </p:cNvSpPr>
          <p:nvPr/>
        </p:nvSpPr>
        <p:spPr>
          <a:xfrm xmlns:a="http://schemas.openxmlformats.org/drawingml/2006/main">
            <a:off x="7863840" y="4892040"/>
            <a:ext cx="228600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ctr">
              <a:lnSpc>
                <a:spcPct val="100000"/>
              </a:lnSpc>
              <a:spcBef>
                <a:spcPts val="0"/>
              </a:spcBef>
              <a:spcAft>
                <a:spcPts val="400"/>
              </a:spcAft>
              <a:buNone/>
            </a:pPr>
            <a:r>
              <a:rPr sz="1250" b="0">
                <a:solidFill>
                  <a:srgbClr val="6A766C"/>
                </a:solidFill>
                <a:latin typeface="Calibri"/>
                <a:ea typeface="Calibri"/>
                <a:cs typeface="Calibri"/>
              </a:rPr>
              <a:t>intégration WELL-E</a:t>
            </a:r>
          </a:p>
        </p:txBody>
      </p:sp>
    </p:spTree>
    <p:extLst>
      <p:ext uri="{BB962C8B-B14F-4D97-AF65-F5344CB8AC3E}">
        <p14:creationId xmlns:p14="http://schemas.microsoft.com/office/powerpoint/2010/main" val="1088664001"/>
      </p:ext>
    </p:extLst>
  </p:cSld>
</p:sld>
</file>

<file path=ppt/slides/slide10.xml><?xml version="1.0" encoding="utf-8"?>
<p:sld xmlns:p="http://schemas.openxmlformats.org/presentationml/2006/main">
  <p:cSld>
    <p:spTree>
      <p:nvGrpSpPr>
        <p:cNvPr id="1" name=""/>
        <p:cNvGrpSpPr/>
        <p:nvPr/>
      </p:nvGrpSpPr>
      <p:grpSpPr>
        <a:xfrm xmlns:a="http://schemas.openxmlformats.org/drawingml/2006/main"/>
      </p:grpSpPr>
      <p:sp>
        <p:nvSpPr>
          <p:cNvPr id="2" name="Rectangle 1">
            <a:extLst xmlns:a="http://schemas.openxmlformats.org/drawingml/2006/main">
              <a:ext uri="{FF2B5EF4-FFF2-40B4-BE49-F238E27FC236}">
                <a16:creationId xmlns:a16="http://schemas.microsoft.com/office/drawing/2014/main" id="{330F8126-A223-4A8C-BDE0-2D5C054E08B4}"/>
              </a:ext>
            </a:extLst>
          </p:cNvPr>
          <p:cNvSpPr>
            <a:spLocks xmlns:a="http://schemas.openxmlformats.org/drawingml/2006/main" noGrp="1"/>
          </p:cNvSpPr>
          <p:nvPr/>
        </p:nvSpPr>
        <p:spPr>
          <a:xfrm xmlns:a="http://schemas.openxmlformats.org/drawingml/2006/main">
            <a:off x="0" y="0"/>
            <a:ext cx="12191695" cy="6858000"/>
          </a:xfrm>
          <a:prstGeom xmlns:a="http://schemas.openxmlformats.org/drawingml/2006/main" prst="rect">
            <a:avLst/>
          </a:prstGeom>
          <a:solidFill xmlns:a="http://schemas.openxmlformats.org/drawingml/2006/main">
            <a:srgbClr val="FFFFFF"/>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Oval 2">
            <a:extLst xmlns:a="http://schemas.openxmlformats.org/drawingml/2006/main">
              <a:ext uri="{FF2B5EF4-FFF2-40B4-BE49-F238E27FC236}">
                <a16:creationId xmlns:a16="http://schemas.microsoft.com/office/drawing/2014/main" id="{7288D8B0-18BC-41EA-8898-60D2CB60654A}"/>
              </a:ext>
            </a:extLst>
          </p:cNvPr>
          <p:cNvSpPr>
            <a:spLocks xmlns:a="http://schemas.openxmlformats.org/drawingml/2006/main" noGrp="1"/>
          </p:cNvSpPr>
          <p:nvPr/>
        </p:nvSpPr>
        <p:spPr>
          <a:xfrm xmlns:a="http://schemas.openxmlformats.org/drawingml/2006/main">
            <a:off x="640080" y="566928"/>
            <a:ext cx="548640" cy="548640"/>
          </a:xfrm>
          <a:prstGeom xmlns:a="http://schemas.openxmlformats.org/drawingml/2006/main" prst="ellipse">
            <a:avLst/>
          </a:prstGeom>
          <a:solidFill xmlns:a="http://schemas.openxmlformats.org/drawingml/2006/main">
            <a:srgbClr val="4C7A3F"/>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wrap="none" lIns="0" tIns="0" rIns="0" bIns="0" anchor="ctr"/>
          <a:lstStyle xmlns:a="http://schemas.openxmlformats.org/drawingml/2006/main"/>
          <a:p xmlns:a="http://schemas.openxmlformats.org/drawingml/2006/main">
            <a:pPr algn="ctr">
              <a:buNone/>
            </a:pPr>
            <a:r>
              <a:rPr sz="1800" b="1">
                <a:solidFill>
                  <a:srgbClr val="FFFFFF"/>
                </a:solidFill>
                <a:latin typeface="Cambria"/>
                <a:ea typeface="Cambria"/>
                <a:cs typeface="Cambria"/>
              </a:rPr>
              <a:t>7</a:t>
            </a:r>
          </a:p>
        </p:txBody>
      </p:sp>
      <p:sp>
        <p:nvSpPr>
          <p:cNvPr id="4" name="TextBox 3">
            <a:extLst xmlns:a="http://schemas.openxmlformats.org/drawingml/2006/main">
              <a:ext uri="{FF2B5EF4-FFF2-40B4-BE49-F238E27FC236}">
                <a16:creationId xmlns:a16="http://schemas.microsoft.com/office/drawing/2014/main" id="{44497592-C5FE-4C17-9230-C4AA3BF0E7D8}"/>
              </a:ext>
            </a:extLst>
          </p:cNvPr>
          <p:cNvSpPr>
            <a:spLocks xmlns:a="http://schemas.openxmlformats.org/drawingml/2006/main" noGrp="1"/>
          </p:cNvSpPr>
          <p:nvPr/>
        </p:nvSpPr>
        <p:spPr>
          <a:xfrm xmlns:a="http://schemas.openxmlformats.org/drawingml/2006/main">
            <a:off x="1371600" y="502920"/>
            <a:ext cx="9875520" cy="73152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lnSpc>
                <a:spcPct val="100000"/>
              </a:lnSpc>
              <a:spcBef>
                <a:spcPts val="0"/>
              </a:spcBef>
              <a:spcAft>
                <a:spcPts val="400"/>
              </a:spcAft>
              <a:buNone/>
            </a:pPr>
            <a:r>
              <a:rPr sz="3000" b="1">
                <a:solidFill>
                  <a:srgbClr val="224B2A"/>
                </a:solidFill>
                <a:latin typeface="Cambria"/>
                <a:ea typeface="Cambria"/>
                <a:cs typeface="Cambria"/>
              </a:rPr>
              <a:t>Limites assumées</a:t>
            </a:r>
          </a:p>
        </p:txBody>
      </p:sp>
      <p:sp>
        <p:nvSpPr>
          <p:cNvPr id="5" name="TextBox 4">
            <a:extLst xmlns:a="http://schemas.openxmlformats.org/drawingml/2006/main">
              <a:ext uri="{FF2B5EF4-FFF2-40B4-BE49-F238E27FC236}">
                <a16:creationId xmlns:a16="http://schemas.microsoft.com/office/drawing/2014/main" id="{D6B7AB23-1F77-48A0-8521-DCF71219BAF6}"/>
              </a:ext>
            </a:extLst>
          </p:cNvPr>
          <p:cNvSpPr>
            <a:spLocks xmlns:a="http://schemas.openxmlformats.org/drawingml/2006/main" noGrp="1"/>
          </p:cNvSpPr>
          <p:nvPr/>
        </p:nvSpPr>
        <p:spPr>
          <a:xfrm xmlns:a="http://schemas.openxmlformats.org/drawingml/2006/main">
            <a:off x="1371600" y="1078992"/>
            <a:ext cx="100584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lnSpc>
                <a:spcPct val="100000"/>
              </a:lnSpc>
              <a:spcBef>
                <a:spcPts val="0"/>
              </a:spcBef>
              <a:spcAft>
                <a:spcPts val="400"/>
              </a:spcAft>
              <a:buNone/>
            </a:pPr>
            <a:r>
              <a:rPr sz="1400" b="0">
                <a:solidFill>
                  <a:srgbClr val="6A766C"/>
                </a:solidFill>
                <a:latin typeface="Calibri"/>
                <a:ea typeface="Calibri"/>
                <a:cs typeface="Calibri"/>
              </a:rPr>
              <a:t>Ce que les données permettent — et ne permettent pas</a:t>
            </a:r>
          </a:p>
        </p:txBody>
      </p:sp>
      <p:sp>
        <p:nvSpPr>
          <p:cNvPr id="6" name="Rounded Rectangle 5">
            <a:extLst xmlns:a="http://schemas.openxmlformats.org/drawingml/2006/main">
              <a:ext uri="{FF2B5EF4-FFF2-40B4-BE49-F238E27FC236}">
                <a16:creationId xmlns:a16="http://schemas.microsoft.com/office/drawing/2014/main" id="{8965BE72-313C-4589-BB19-41C57F7D13B9}"/>
              </a:ext>
            </a:extLst>
          </p:cNvPr>
          <p:cNvSpPr>
            <a:spLocks xmlns:a="http://schemas.openxmlformats.org/drawingml/2006/main" noGrp="1"/>
          </p:cNvSpPr>
          <p:nvPr/>
        </p:nvSpPr>
        <p:spPr>
          <a:xfrm xmlns:a="http://schemas.openxmlformats.org/drawingml/2006/main">
            <a:off x="640080" y="1691640"/>
            <a:ext cx="10881360" cy="1234440"/>
          </a:xfrm>
          <a:prstGeom xmlns:a="http://schemas.openxmlformats.org/drawingml/2006/main" prst="roundRect">
            <a:avLst>
              <a:gd name="adj" fmla="val 9000"/>
            </a:avLst>
          </a:prstGeom>
          <a:solidFill xmlns:a="http://schemas.openxmlformats.org/drawingml/2006/main">
            <a:srgbClr val="F3F6EF"/>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7" name="Oval 6">
            <a:extLst xmlns:a="http://schemas.openxmlformats.org/drawingml/2006/main">
              <a:ext uri="{FF2B5EF4-FFF2-40B4-BE49-F238E27FC236}">
                <a16:creationId xmlns:a16="http://schemas.microsoft.com/office/drawing/2014/main" id="{7BED0307-7359-4DA2-A1C3-7089541EC02A}"/>
              </a:ext>
            </a:extLst>
          </p:cNvPr>
          <p:cNvSpPr>
            <a:spLocks xmlns:a="http://schemas.openxmlformats.org/drawingml/2006/main" noGrp="1"/>
          </p:cNvSpPr>
          <p:nvPr/>
        </p:nvSpPr>
        <p:spPr>
          <a:xfrm xmlns:a="http://schemas.openxmlformats.org/drawingml/2006/main">
            <a:off x="868680" y="1947672"/>
            <a:ext cx="457200" cy="457200"/>
          </a:xfrm>
          <a:prstGeom xmlns:a="http://schemas.openxmlformats.org/drawingml/2006/main" prst="ellipse">
            <a:avLst/>
          </a:prstGeom>
          <a:solidFill xmlns:a="http://schemas.openxmlformats.org/drawingml/2006/main">
            <a:srgbClr val="C07A2B"/>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8" name="TextBox 7">
            <a:extLst xmlns:a="http://schemas.openxmlformats.org/drawingml/2006/main">
              <a:ext uri="{FF2B5EF4-FFF2-40B4-BE49-F238E27FC236}">
                <a16:creationId xmlns:a16="http://schemas.microsoft.com/office/drawing/2014/main" id="{C13D1D7C-8A75-4C39-B2FC-FF1D19148C45}"/>
              </a:ext>
            </a:extLst>
          </p:cNvPr>
          <p:cNvSpPr>
            <a:spLocks xmlns:a="http://schemas.openxmlformats.org/drawingml/2006/main" noGrp="1"/>
          </p:cNvSpPr>
          <p:nvPr/>
        </p:nvSpPr>
        <p:spPr>
          <a:xfrm xmlns:a="http://schemas.openxmlformats.org/drawingml/2006/main">
            <a:off x="868680" y="1947672"/>
            <a:ext cx="45720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spAutoFit/>
          </a:bodyPr>
          <a:lstStyle xmlns:a="http://schemas.openxmlformats.org/drawingml/2006/main"/>
          <a:p xmlns:a="http://schemas.openxmlformats.org/drawingml/2006/main">
            <a:pPr algn="ctr">
              <a:lnSpc>
                <a:spcPct val="100000"/>
              </a:lnSpc>
              <a:spcBef>
                <a:spcPts val="0"/>
              </a:spcBef>
              <a:spcAft>
                <a:spcPts val="400"/>
              </a:spcAft>
              <a:buNone/>
            </a:pPr>
            <a:r>
              <a:rPr sz="2000" b="1">
                <a:solidFill>
                  <a:srgbClr val="FFFFFF"/>
                </a:solidFill>
                <a:latin typeface="Cambria"/>
                <a:ea typeface="Cambria"/>
                <a:cs typeface="Cambria"/>
              </a:rPr>
              <a:t>!</a:t>
            </a:r>
          </a:p>
        </p:txBody>
      </p:sp>
      <p:sp>
        <p:nvSpPr>
          <p:cNvPr id="9" name="TextBox 8">
            <a:extLst xmlns:a="http://schemas.openxmlformats.org/drawingml/2006/main">
              <a:ext uri="{FF2B5EF4-FFF2-40B4-BE49-F238E27FC236}">
                <a16:creationId xmlns:a16="http://schemas.microsoft.com/office/drawing/2014/main" id="{53B2F577-BB3A-48E6-ABCD-5B82FEFBC14E}"/>
              </a:ext>
            </a:extLst>
          </p:cNvPr>
          <p:cNvSpPr>
            <a:spLocks xmlns:a="http://schemas.openxmlformats.org/drawingml/2006/main" noGrp="1"/>
          </p:cNvSpPr>
          <p:nvPr/>
        </p:nvSpPr>
        <p:spPr>
          <a:xfrm xmlns:a="http://schemas.openxmlformats.org/drawingml/2006/main">
            <a:off x="1554480" y="1874520"/>
            <a:ext cx="9692640" cy="914400"/>
          </a:xfrm>
          <a:prstGeom xmlns:a="http://schemas.openxmlformats.org/drawingml/2006/main" prst="rect">
            <a:avLst/>
          </a:prstGeom>
          <a:noFill xmlns:a="http://schemas.openxmlformats.org/drawingml/2006/main"/>
        </p:spPr>
        <p:txBody>
          <a:bodyPr xmlns:a="http://schemas.openxmlformats.org/drawingml/2006/main" wrap="square" lIns="0" tIns="0" rIns="0" bIns="0" anchor="ctr">
            <a:spAutoFit/>
          </a:bodyPr>
          <a:lstStyle xmlns:a="http://schemas.openxmlformats.org/drawingml/2006/main"/>
          <a:p xmlns:a="http://schemas.openxmlformats.org/drawingml/2006/main">
            <a:pPr algn="l">
              <a:lnSpc>
                <a:spcPct val="100000"/>
              </a:lnSpc>
              <a:spcBef>
                <a:spcPts val="0"/>
              </a:spcBef>
              <a:spcAft>
                <a:spcPts val="300"/>
              </a:spcAft>
              <a:buNone/>
            </a:pPr>
            <a:r>
              <a:rPr sz="1600" b="1">
                <a:solidFill>
                  <a:srgbClr val="224B2A"/>
                </a:solidFill>
                <a:latin typeface="Cambria"/>
                <a:ea typeface="Cambria"/>
                <a:cs typeface="Cambria"/>
              </a:rPr>
              <a:t>Fall 2021 incomplet</a:t>
            </a:r>
          </a:p>
          <a:p xmlns:a="http://schemas.openxmlformats.org/drawingml/2006/main">
            <a:pPr algn="l">
              <a:lnSpc>
                <a:spcPct val="100000"/>
              </a:lnSpc>
              <a:spcBef>
                <a:spcPts val="0"/>
              </a:spcBef>
              <a:spcAft>
                <a:spcPts val="300"/>
              </a:spcAft>
              <a:buNone/>
            </a:pPr>
            <a:r>
              <a:rPr sz="1400" b="0">
                <a:solidFill>
                  <a:srgbClr val="202A22"/>
                </a:solidFill>
                <a:latin typeface="Calibri"/>
                <a:ea typeface="Calibri"/>
                <a:cs typeface="Calibri"/>
              </a:rPr>
              <a:t>Fenêtre de 7 jours seulement ; téléchargements antérieurs introuvables (confirmé McGill). Non bloquant.</a:t>
            </a:r>
          </a:p>
        </p:txBody>
      </p:sp>
      <p:sp>
        <p:nvSpPr>
          <p:cNvPr id="10" name="Rounded Rectangle 9">
            <a:extLst xmlns:a="http://schemas.openxmlformats.org/drawingml/2006/main">
              <a:ext uri="{FF2B5EF4-FFF2-40B4-BE49-F238E27FC236}">
                <a16:creationId xmlns:a16="http://schemas.microsoft.com/office/drawing/2014/main" id="{8FFC6B57-D5D3-4076-B64A-4F825317E328}"/>
              </a:ext>
            </a:extLst>
          </p:cNvPr>
          <p:cNvSpPr>
            <a:spLocks xmlns:a="http://schemas.openxmlformats.org/drawingml/2006/main" noGrp="1"/>
          </p:cNvSpPr>
          <p:nvPr/>
        </p:nvSpPr>
        <p:spPr>
          <a:xfrm xmlns:a="http://schemas.openxmlformats.org/drawingml/2006/main">
            <a:off x="640080" y="3108960"/>
            <a:ext cx="10881360" cy="1234440"/>
          </a:xfrm>
          <a:prstGeom xmlns:a="http://schemas.openxmlformats.org/drawingml/2006/main" prst="roundRect">
            <a:avLst>
              <a:gd name="adj" fmla="val 9000"/>
            </a:avLst>
          </a:prstGeom>
          <a:solidFill xmlns:a="http://schemas.openxmlformats.org/drawingml/2006/main">
            <a:srgbClr val="F3F6EF"/>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1" name="Oval 10">
            <a:extLst xmlns:a="http://schemas.openxmlformats.org/drawingml/2006/main">
              <a:ext uri="{FF2B5EF4-FFF2-40B4-BE49-F238E27FC236}">
                <a16:creationId xmlns:a16="http://schemas.microsoft.com/office/drawing/2014/main" id="{21079F6E-1A79-4D8D-A6C4-C6944D172424}"/>
              </a:ext>
            </a:extLst>
          </p:cNvPr>
          <p:cNvSpPr>
            <a:spLocks xmlns:a="http://schemas.openxmlformats.org/drawingml/2006/main" noGrp="1"/>
          </p:cNvSpPr>
          <p:nvPr/>
        </p:nvSpPr>
        <p:spPr>
          <a:xfrm xmlns:a="http://schemas.openxmlformats.org/drawingml/2006/main">
            <a:off x="868680" y="3364992"/>
            <a:ext cx="457200" cy="457200"/>
          </a:xfrm>
          <a:prstGeom xmlns:a="http://schemas.openxmlformats.org/drawingml/2006/main" prst="ellipse">
            <a:avLst/>
          </a:prstGeom>
          <a:solidFill xmlns:a="http://schemas.openxmlformats.org/drawingml/2006/main">
            <a:srgbClr val="C07A2B"/>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2" name="TextBox 11">
            <a:extLst xmlns:a="http://schemas.openxmlformats.org/drawingml/2006/main">
              <a:ext uri="{FF2B5EF4-FFF2-40B4-BE49-F238E27FC236}">
                <a16:creationId xmlns:a16="http://schemas.microsoft.com/office/drawing/2014/main" id="{4B638C21-A403-4568-8C3A-954E92745703}"/>
              </a:ext>
            </a:extLst>
          </p:cNvPr>
          <p:cNvSpPr>
            <a:spLocks xmlns:a="http://schemas.openxmlformats.org/drawingml/2006/main" noGrp="1"/>
          </p:cNvSpPr>
          <p:nvPr/>
        </p:nvSpPr>
        <p:spPr>
          <a:xfrm xmlns:a="http://schemas.openxmlformats.org/drawingml/2006/main">
            <a:off x="868680" y="3364992"/>
            <a:ext cx="45720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spAutoFit/>
          </a:bodyPr>
          <a:lstStyle xmlns:a="http://schemas.openxmlformats.org/drawingml/2006/main"/>
          <a:p xmlns:a="http://schemas.openxmlformats.org/drawingml/2006/main">
            <a:pPr algn="ctr">
              <a:lnSpc>
                <a:spcPct val="100000"/>
              </a:lnSpc>
              <a:spcBef>
                <a:spcPts val="0"/>
              </a:spcBef>
              <a:spcAft>
                <a:spcPts val="400"/>
              </a:spcAft>
              <a:buNone/>
            </a:pPr>
            <a:r>
              <a:rPr sz="2000" b="1">
                <a:solidFill>
                  <a:srgbClr val="FFFFFF"/>
                </a:solidFill>
                <a:latin typeface="Cambria"/>
                <a:ea typeface="Cambria"/>
                <a:cs typeface="Cambria"/>
              </a:rPr>
              <a:t>!</a:t>
            </a:r>
          </a:p>
        </p:txBody>
      </p:sp>
      <p:sp>
        <p:nvSpPr>
          <p:cNvPr id="13" name="TextBox 12">
            <a:extLst xmlns:a="http://schemas.openxmlformats.org/drawingml/2006/main">
              <a:ext uri="{FF2B5EF4-FFF2-40B4-BE49-F238E27FC236}">
                <a16:creationId xmlns:a16="http://schemas.microsoft.com/office/drawing/2014/main" id="{0DF28B66-4A15-421D-9331-00A2E54DC90F}"/>
              </a:ext>
            </a:extLst>
          </p:cNvPr>
          <p:cNvSpPr>
            <a:spLocks xmlns:a="http://schemas.openxmlformats.org/drawingml/2006/main" noGrp="1"/>
          </p:cNvSpPr>
          <p:nvPr/>
        </p:nvSpPr>
        <p:spPr>
          <a:xfrm xmlns:a="http://schemas.openxmlformats.org/drawingml/2006/main">
            <a:off x="1554480" y="3291840"/>
            <a:ext cx="9692640" cy="914400"/>
          </a:xfrm>
          <a:prstGeom xmlns:a="http://schemas.openxmlformats.org/drawingml/2006/main" prst="rect">
            <a:avLst/>
          </a:prstGeom>
          <a:noFill xmlns:a="http://schemas.openxmlformats.org/drawingml/2006/main"/>
        </p:spPr>
        <p:txBody>
          <a:bodyPr xmlns:a="http://schemas.openxmlformats.org/drawingml/2006/main" wrap="square" lIns="0" tIns="0" rIns="0" bIns="0" anchor="ctr">
            <a:spAutoFit/>
          </a:bodyPr>
          <a:lstStyle xmlns:a="http://schemas.openxmlformats.org/drawingml/2006/main"/>
          <a:p xmlns:a="http://schemas.openxmlformats.org/drawingml/2006/main">
            <a:pPr algn="l">
              <a:lnSpc>
                <a:spcPct val="100000"/>
              </a:lnSpc>
              <a:spcBef>
                <a:spcPts val="0"/>
              </a:spcBef>
              <a:spcAft>
                <a:spcPts val="300"/>
              </a:spcAft>
              <a:buNone/>
            </a:pPr>
            <a:r>
              <a:rPr sz="1600" b="1">
                <a:solidFill>
                  <a:srgbClr val="224B2A"/>
                </a:solidFill>
                <a:latin typeface="Cambria"/>
                <a:ea typeface="Cambria"/>
                <a:cs typeface="Cambria"/>
              </a:rPr>
              <a:t>Boiterie légère indétectable</a:t>
            </a:r>
          </a:p>
          <a:p xmlns:a="http://schemas.openxmlformats.org/drawingml/2006/main">
            <a:pPr algn="l">
              <a:lnSpc>
                <a:spcPct val="100000"/>
              </a:lnSpc>
              <a:spcBef>
                <a:spcPts val="0"/>
              </a:spcBef>
              <a:spcAft>
                <a:spcPts val="300"/>
              </a:spcAft>
              <a:buNone/>
            </a:pPr>
            <a:r>
              <a:rPr sz="1400" b="0">
                <a:solidFill>
                  <a:srgbClr val="202A22"/>
                </a:solidFill>
                <a:latin typeface="Calibri"/>
                <a:ea typeface="Calibri"/>
                <a:cs typeface="Calibri"/>
              </a:rPr>
              <a:t>Le capteur d'activité ne capte pas l'asymétrie de démarche. Limite partagée par toute l'instrumentation d'activité.</a:t>
            </a:r>
          </a:p>
        </p:txBody>
      </p:sp>
      <p:sp>
        <p:nvSpPr>
          <p:cNvPr id="14" name="Rounded Rectangle 13">
            <a:extLst xmlns:a="http://schemas.openxmlformats.org/drawingml/2006/main">
              <a:ext uri="{FF2B5EF4-FFF2-40B4-BE49-F238E27FC236}">
                <a16:creationId xmlns:a16="http://schemas.microsoft.com/office/drawing/2014/main" id="{93AC29BA-FDF8-4DAD-A2F5-AB510B4D8346}"/>
              </a:ext>
            </a:extLst>
          </p:cNvPr>
          <p:cNvSpPr>
            <a:spLocks xmlns:a="http://schemas.openxmlformats.org/drawingml/2006/main" noGrp="1"/>
          </p:cNvSpPr>
          <p:nvPr/>
        </p:nvSpPr>
        <p:spPr>
          <a:xfrm xmlns:a="http://schemas.openxmlformats.org/drawingml/2006/main">
            <a:off x="640080" y="4526280"/>
            <a:ext cx="10881360" cy="1234440"/>
          </a:xfrm>
          <a:prstGeom xmlns:a="http://schemas.openxmlformats.org/drawingml/2006/main" prst="roundRect">
            <a:avLst>
              <a:gd name="adj" fmla="val 9000"/>
            </a:avLst>
          </a:prstGeom>
          <a:solidFill xmlns:a="http://schemas.openxmlformats.org/drawingml/2006/main">
            <a:srgbClr val="F3F6EF"/>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5" name="Oval 14">
            <a:extLst xmlns:a="http://schemas.openxmlformats.org/drawingml/2006/main">
              <a:ext uri="{FF2B5EF4-FFF2-40B4-BE49-F238E27FC236}">
                <a16:creationId xmlns:a16="http://schemas.microsoft.com/office/drawing/2014/main" id="{D81C892C-E817-45FE-8585-56F4256FD7B8}"/>
              </a:ext>
            </a:extLst>
          </p:cNvPr>
          <p:cNvSpPr>
            <a:spLocks xmlns:a="http://schemas.openxmlformats.org/drawingml/2006/main" noGrp="1"/>
          </p:cNvSpPr>
          <p:nvPr/>
        </p:nvSpPr>
        <p:spPr>
          <a:xfrm xmlns:a="http://schemas.openxmlformats.org/drawingml/2006/main">
            <a:off x="868680" y="4782312"/>
            <a:ext cx="457200" cy="457200"/>
          </a:xfrm>
          <a:prstGeom xmlns:a="http://schemas.openxmlformats.org/drawingml/2006/main" prst="ellipse">
            <a:avLst/>
          </a:prstGeom>
          <a:solidFill xmlns:a="http://schemas.openxmlformats.org/drawingml/2006/main">
            <a:srgbClr val="C07A2B"/>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6" name="TextBox 15">
            <a:extLst xmlns:a="http://schemas.openxmlformats.org/drawingml/2006/main">
              <a:ext uri="{FF2B5EF4-FFF2-40B4-BE49-F238E27FC236}">
                <a16:creationId xmlns:a16="http://schemas.microsoft.com/office/drawing/2014/main" id="{C5DE0877-6982-49ED-BB1F-0F7E4D40965E}"/>
              </a:ext>
            </a:extLst>
          </p:cNvPr>
          <p:cNvSpPr>
            <a:spLocks xmlns:a="http://schemas.openxmlformats.org/drawingml/2006/main" noGrp="1"/>
          </p:cNvSpPr>
          <p:nvPr/>
        </p:nvSpPr>
        <p:spPr>
          <a:xfrm xmlns:a="http://schemas.openxmlformats.org/drawingml/2006/main">
            <a:off x="868680" y="4782312"/>
            <a:ext cx="45720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spAutoFit/>
          </a:bodyPr>
          <a:lstStyle xmlns:a="http://schemas.openxmlformats.org/drawingml/2006/main"/>
          <a:p xmlns:a="http://schemas.openxmlformats.org/drawingml/2006/main">
            <a:pPr algn="ctr">
              <a:lnSpc>
                <a:spcPct val="100000"/>
              </a:lnSpc>
              <a:spcBef>
                <a:spcPts val="0"/>
              </a:spcBef>
              <a:spcAft>
                <a:spcPts val="400"/>
              </a:spcAft>
              <a:buNone/>
            </a:pPr>
            <a:r>
              <a:rPr sz="2000" b="1">
                <a:solidFill>
                  <a:srgbClr val="FFFFFF"/>
                </a:solidFill>
                <a:latin typeface="Cambria"/>
                <a:ea typeface="Cambria"/>
                <a:cs typeface="Cambria"/>
              </a:rPr>
              <a:t>!</a:t>
            </a:r>
          </a:p>
        </p:txBody>
      </p:sp>
      <p:sp>
        <p:nvSpPr>
          <p:cNvPr id="17" name="TextBox 16">
            <a:extLst xmlns:a="http://schemas.openxmlformats.org/drawingml/2006/main">
              <a:ext uri="{FF2B5EF4-FFF2-40B4-BE49-F238E27FC236}">
                <a16:creationId xmlns:a16="http://schemas.microsoft.com/office/drawing/2014/main" id="{13DB5761-1751-4774-A0FF-1893ED6BEB31}"/>
              </a:ext>
            </a:extLst>
          </p:cNvPr>
          <p:cNvSpPr>
            <a:spLocks xmlns:a="http://schemas.openxmlformats.org/drawingml/2006/main" noGrp="1"/>
          </p:cNvSpPr>
          <p:nvPr/>
        </p:nvSpPr>
        <p:spPr>
          <a:xfrm xmlns:a="http://schemas.openxmlformats.org/drawingml/2006/main">
            <a:off x="1554480" y="4709160"/>
            <a:ext cx="9692640" cy="914400"/>
          </a:xfrm>
          <a:prstGeom xmlns:a="http://schemas.openxmlformats.org/drawingml/2006/main" prst="rect">
            <a:avLst/>
          </a:prstGeom>
          <a:noFill xmlns:a="http://schemas.openxmlformats.org/drawingml/2006/main"/>
        </p:spPr>
        <p:txBody>
          <a:bodyPr xmlns:a="http://schemas.openxmlformats.org/drawingml/2006/main" wrap="square" lIns="0" tIns="0" rIns="0" bIns="0" anchor="ctr">
            <a:spAutoFit/>
          </a:bodyPr>
          <a:lstStyle xmlns:a="http://schemas.openxmlformats.org/drawingml/2006/main"/>
          <a:p xmlns:a="http://schemas.openxmlformats.org/drawingml/2006/main">
            <a:pPr algn="l">
              <a:lnSpc>
                <a:spcPct val="100000"/>
              </a:lnSpc>
              <a:spcBef>
                <a:spcPts val="0"/>
              </a:spcBef>
              <a:spcAft>
                <a:spcPts val="300"/>
              </a:spcAft>
              <a:buNone/>
            </a:pPr>
            <a:r>
              <a:rPr sz="1600" b="1">
                <a:solidFill>
                  <a:srgbClr val="224B2A"/>
                </a:solidFill>
                <a:latin typeface="Cambria"/>
                <a:ea typeface="Cambria"/>
                <a:cs typeface="Cambria"/>
              </a:rPr>
              <a:t>Effectifs réduits</a:t>
            </a:r>
          </a:p>
          <a:p xmlns:a="http://schemas.openxmlformats.org/drawingml/2006/main">
            <a:pPr algn="l">
              <a:lnSpc>
                <a:spcPct val="100000"/>
              </a:lnSpc>
              <a:spcBef>
                <a:spcPts val="0"/>
              </a:spcBef>
              <a:spcAft>
                <a:spcPts val="300"/>
              </a:spcAft>
              <a:buNone/>
            </a:pPr>
            <a:r>
              <a:rPr sz="1400" b="0">
                <a:solidFill>
                  <a:srgbClr val="202A22"/>
                </a:solidFill>
                <a:latin typeface="Calibri"/>
                <a:ea typeface="Calibri"/>
                <a:cs typeface="Calibri"/>
              </a:rPr>
              <a:t>Peu de vaches et de jours de scan → résultats environnementaux présentés comme suggestifs.</a:t>
            </a:r>
          </a:p>
        </p:txBody>
      </p:sp>
      <p:sp>
        <p:nvSpPr>
          <p:cNvPr id="18" name="TextBox 17">
            <a:extLst xmlns:a="http://schemas.openxmlformats.org/drawingml/2006/main">
              <a:ext uri="{FF2B5EF4-FFF2-40B4-BE49-F238E27FC236}">
                <a16:creationId xmlns:a16="http://schemas.microsoft.com/office/drawing/2014/main" id="{A4A83C78-A26C-43A8-9E7A-4091BA6FA90A}"/>
              </a:ext>
            </a:extLst>
          </p:cNvPr>
          <p:cNvSpPr>
            <a:spLocks xmlns:a="http://schemas.openxmlformats.org/drawingml/2006/main" noGrp="1"/>
          </p:cNvSpPr>
          <p:nvPr/>
        </p:nvSpPr>
        <p:spPr>
          <a:xfrm xmlns:a="http://schemas.openxmlformats.org/drawingml/2006/main">
            <a:off x="640080" y="6172200"/>
            <a:ext cx="1088136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ctr">
              <a:lnSpc>
                <a:spcPct val="100000"/>
              </a:lnSpc>
              <a:spcBef>
                <a:spcPts val="0"/>
              </a:spcBef>
              <a:spcAft>
                <a:spcPts val="400"/>
              </a:spcAft>
              <a:buNone/>
            </a:pPr>
            <a:r>
              <a:rPr sz="1400" b="0" i="1">
                <a:solidFill>
                  <a:srgbClr val="6A766C"/>
                </a:solidFill>
                <a:latin typeface="Calibri"/>
                <a:ea typeface="Calibri"/>
                <a:cs typeface="Calibri"/>
              </a:rPr>
              <a:t>Documenter honnêtement les limites d'un jeu de données externe est de la bonne science.</a:t>
            </a:r>
          </a:p>
        </p:txBody>
      </p:sp>
    </p:spTree>
    <p:extLst>
      <p:ext uri="{BB962C8B-B14F-4D97-AF65-F5344CB8AC3E}">
        <p14:creationId xmlns:p14="http://schemas.microsoft.com/office/powerpoint/2010/main" val="852750502"/>
      </p:ext>
    </p:extLst>
  </p:cSld>
</p:sld>
</file>

<file path=ppt/slides/slide11.xml><?xml version="1.0" encoding="utf-8"?>
<p:sld xmlns:p="http://schemas.openxmlformats.org/presentationml/2006/main">
  <p:cSld>
    <p:spTree>
      <p:nvGrpSpPr>
        <p:cNvPr id="1" name=""/>
        <p:cNvGrpSpPr/>
        <p:nvPr/>
      </p:nvGrpSpPr>
      <p:grpSpPr>
        <a:xfrm xmlns:a="http://schemas.openxmlformats.org/drawingml/2006/main"/>
      </p:grpSpPr>
      <p:sp>
        <p:nvSpPr>
          <p:cNvPr id="2" name="Rectangle 1">
            <a:extLst xmlns:a="http://schemas.openxmlformats.org/drawingml/2006/main">
              <a:ext uri="{FF2B5EF4-FFF2-40B4-BE49-F238E27FC236}">
                <a16:creationId xmlns:a16="http://schemas.microsoft.com/office/drawing/2014/main" id="{185B1415-D6DD-4F55-87CA-C5C9A928D182}"/>
              </a:ext>
            </a:extLst>
          </p:cNvPr>
          <p:cNvSpPr>
            <a:spLocks xmlns:a="http://schemas.openxmlformats.org/drawingml/2006/main" noGrp="1"/>
          </p:cNvSpPr>
          <p:nvPr/>
        </p:nvSpPr>
        <p:spPr>
          <a:xfrm xmlns:a="http://schemas.openxmlformats.org/drawingml/2006/main">
            <a:off x="0" y="0"/>
            <a:ext cx="12191695" cy="6858000"/>
          </a:xfrm>
          <a:prstGeom xmlns:a="http://schemas.openxmlformats.org/drawingml/2006/main" prst="rect">
            <a:avLst/>
          </a:prstGeom>
          <a:solidFill xmlns:a="http://schemas.openxmlformats.org/drawingml/2006/main">
            <a:srgbClr val="224B2A"/>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Rounded Rectangle 2">
            <a:extLst xmlns:a="http://schemas.openxmlformats.org/drawingml/2006/main">
              <a:ext uri="{FF2B5EF4-FFF2-40B4-BE49-F238E27FC236}">
                <a16:creationId xmlns:a16="http://schemas.microsoft.com/office/drawing/2014/main" id="{366E5AEA-6608-428E-9124-ABB6FBF514AC}"/>
              </a:ext>
            </a:extLst>
          </p:cNvPr>
          <p:cNvSpPr>
            <a:spLocks xmlns:a="http://schemas.openxmlformats.org/drawingml/2006/main" noGrp="1"/>
          </p:cNvSpPr>
          <p:nvPr/>
        </p:nvSpPr>
        <p:spPr>
          <a:xfrm xmlns:a="http://schemas.openxmlformats.org/drawingml/2006/main">
            <a:off x="0" y="0"/>
            <a:ext cx="12191695" cy="6858000"/>
          </a:xfrm>
          <a:prstGeom xmlns:a="http://schemas.openxmlformats.org/drawingml/2006/main" prst="roundRect">
            <a:avLst>
              <a:gd name="adj" fmla="val 8000"/>
            </a:avLst>
          </a:prstGeom>
          <a:solidFill xmlns:a="http://schemas.openxmlformats.org/drawingml/2006/main">
            <a:srgbClr val="224B2A"/>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TextBox 3">
            <a:extLst xmlns:a="http://schemas.openxmlformats.org/drawingml/2006/main">
              <a:ext uri="{FF2B5EF4-FFF2-40B4-BE49-F238E27FC236}">
                <a16:creationId xmlns:a16="http://schemas.microsoft.com/office/drawing/2014/main" id="{1C1E6FC9-976B-4E62-BC81-C47CB0CCA5E7}"/>
              </a:ext>
            </a:extLst>
          </p:cNvPr>
          <p:cNvSpPr>
            <a:spLocks xmlns:a="http://schemas.openxmlformats.org/drawingml/2006/main" noGrp="1"/>
          </p:cNvSpPr>
          <p:nvPr/>
        </p:nvSpPr>
        <p:spPr>
          <a:xfrm xmlns:a="http://schemas.openxmlformats.org/drawingml/2006/main">
            <a:off x="822960" y="685800"/>
            <a:ext cx="10058400" cy="73152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lnSpc>
                <a:spcPct val="100000"/>
              </a:lnSpc>
              <a:spcBef>
                <a:spcPts val="0"/>
              </a:spcBef>
              <a:spcAft>
                <a:spcPts val="400"/>
              </a:spcAft>
              <a:buNone/>
            </a:pPr>
            <a:r>
              <a:rPr sz="3400" b="1">
                <a:solidFill>
                  <a:srgbClr val="FFFFFF"/>
                </a:solidFill>
                <a:latin typeface="Cambria"/>
                <a:ea typeface="Cambria"/>
                <a:cs typeface="Cambria"/>
              </a:rPr>
              <a:t>Bilan et suite</a:t>
            </a:r>
          </a:p>
        </p:txBody>
      </p:sp>
      <p:sp>
        <p:nvSpPr>
          <p:cNvPr id="5" name="Rounded Rectangle 4">
            <a:extLst xmlns:a="http://schemas.openxmlformats.org/drawingml/2006/main">
              <a:ext uri="{FF2B5EF4-FFF2-40B4-BE49-F238E27FC236}">
                <a16:creationId xmlns:a16="http://schemas.microsoft.com/office/drawing/2014/main" id="{E8FC31FD-069C-41C1-852E-6791EB3DC2EE}"/>
              </a:ext>
            </a:extLst>
          </p:cNvPr>
          <p:cNvSpPr>
            <a:spLocks xmlns:a="http://schemas.openxmlformats.org/drawingml/2006/main" noGrp="1"/>
          </p:cNvSpPr>
          <p:nvPr/>
        </p:nvSpPr>
        <p:spPr>
          <a:xfrm xmlns:a="http://schemas.openxmlformats.org/drawingml/2006/main">
            <a:off x="822960" y="1691640"/>
            <a:ext cx="10515600" cy="822960"/>
          </a:xfrm>
          <a:prstGeom xmlns:a="http://schemas.openxmlformats.org/drawingml/2006/main" prst="roundRect">
            <a:avLst>
              <a:gd name="adj" fmla="val 10000"/>
            </a:avLst>
          </a:prstGeom>
          <a:solidFill xmlns:a="http://schemas.openxmlformats.org/drawingml/2006/main">
            <a:srgbClr val="2C5A33"/>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6" name="Oval 5">
            <a:extLst xmlns:a="http://schemas.openxmlformats.org/drawingml/2006/main">
              <a:ext uri="{FF2B5EF4-FFF2-40B4-BE49-F238E27FC236}">
                <a16:creationId xmlns:a16="http://schemas.microsoft.com/office/drawing/2014/main" id="{11AAF297-234D-4BC6-BF6F-421978132FCA}"/>
              </a:ext>
            </a:extLst>
          </p:cNvPr>
          <p:cNvSpPr>
            <a:spLocks xmlns:a="http://schemas.openxmlformats.org/drawingml/2006/main" noGrp="1"/>
          </p:cNvSpPr>
          <p:nvPr/>
        </p:nvSpPr>
        <p:spPr>
          <a:xfrm xmlns:a="http://schemas.openxmlformats.org/drawingml/2006/main">
            <a:off x="1051560" y="1874520"/>
            <a:ext cx="457200" cy="457200"/>
          </a:xfrm>
          <a:prstGeom xmlns:a="http://schemas.openxmlformats.org/drawingml/2006/main" prst="ellipse">
            <a:avLst/>
          </a:prstGeom>
          <a:solidFill xmlns:a="http://schemas.openxmlformats.org/drawingml/2006/main">
            <a:srgbClr val="8FB36A"/>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7" name="TextBox 6">
            <a:extLst xmlns:a="http://schemas.openxmlformats.org/drawingml/2006/main">
              <a:ext uri="{FF2B5EF4-FFF2-40B4-BE49-F238E27FC236}">
                <a16:creationId xmlns:a16="http://schemas.microsoft.com/office/drawing/2014/main" id="{2DC4E3BC-9519-48F8-A89F-56ED23C927F2}"/>
              </a:ext>
            </a:extLst>
          </p:cNvPr>
          <p:cNvSpPr>
            <a:spLocks xmlns:a="http://schemas.openxmlformats.org/drawingml/2006/main" noGrp="1"/>
          </p:cNvSpPr>
          <p:nvPr/>
        </p:nvSpPr>
        <p:spPr>
          <a:xfrm xmlns:a="http://schemas.openxmlformats.org/drawingml/2006/main">
            <a:off x="1051560" y="1874520"/>
            <a:ext cx="45720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spAutoFit/>
          </a:bodyPr>
          <a:lstStyle xmlns:a="http://schemas.openxmlformats.org/drawingml/2006/main"/>
          <a:p xmlns:a="http://schemas.openxmlformats.org/drawingml/2006/main">
            <a:pPr algn="ctr">
              <a:lnSpc>
                <a:spcPct val="100000"/>
              </a:lnSpc>
              <a:spcBef>
                <a:spcPts val="0"/>
              </a:spcBef>
              <a:spcAft>
                <a:spcPts val="400"/>
              </a:spcAft>
              <a:buNone/>
            </a:pPr>
            <a:r>
              <a:rPr sz="1800" b="1">
                <a:solidFill>
                  <a:srgbClr val="224B2A"/>
                </a:solidFill>
                <a:latin typeface="Cambria"/>
                <a:ea typeface="Cambria"/>
                <a:cs typeface="Cambria"/>
              </a:rPr>
              <a:t>✓</a:t>
            </a:r>
          </a:p>
        </p:txBody>
      </p:sp>
      <p:sp>
        <p:nvSpPr>
          <p:cNvPr id="8" name="TextBox 7">
            <a:extLst xmlns:a="http://schemas.openxmlformats.org/drawingml/2006/main">
              <a:ext uri="{FF2B5EF4-FFF2-40B4-BE49-F238E27FC236}">
                <a16:creationId xmlns:a16="http://schemas.microsoft.com/office/drawing/2014/main" id="{B2540791-9CEC-49A5-A768-45BDB5BDD3FB}"/>
              </a:ext>
            </a:extLst>
          </p:cNvPr>
          <p:cNvSpPr>
            <a:spLocks xmlns:a="http://schemas.openxmlformats.org/drawingml/2006/main" noGrp="1"/>
          </p:cNvSpPr>
          <p:nvPr/>
        </p:nvSpPr>
        <p:spPr>
          <a:xfrm xmlns:a="http://schemas.openxmlformats.org/drawingml/2006/main">
            <a:off x="1783080" y="1819656"/>
            <a:ext cx="7498079" cy="640080"/>
          </a:xfrm>
          <a:prstGeom xmlns:a="http://schemas.openxmlformats.org/drawingml/2006/main" prst="rect">
            <a:avLst/>
          </a:prstGeom>
          <a:noFill xmlns:a="http://schemas.openxmlformats.org/drawingml/2006/main"/>
        </p:spPr>
        <p:txBody>
          <a:bodyPr xmlns:a="http://schemas.openxmlformats.org/drawingml/2006/main" wrap="square" lIns="0" tIns="0" rIns="0" bIns="0" anchor="ctr">
            <a:spAutoFit/>
          </a:bodyPr>
          <a:lstStyle xmlns:a="http://schemas.openxmlformats.org/drawingml/2006/main"/>
          <a:p xmlns:a="http://schemas.openxmlformats.org/drawingml/2006/main">
            <a:pPr algn="l">
              <a:lnSpc>
                <a:spcPct val="100000"/>
              </a:lnSpc>
              <a:spcBef>
                <a:spcPts val="0"/>
              </a:spcBef>
              <a:spcAft>
                <a:spcPts val="400"/>
              </a:spcAft>
              <a:buNone/>
            </a:pPr>
            <a:r>
              <a:rPr sz="1600" b="1">
                <a:solidFill>
                  <a:srgbClr val="FFFFFF"/>
                </a:solidFill>
                <a:latin typeface="Calibri"/>
                <a:ea typeface="Calibri"/>
                <a:cs typeface="Calibri"/>
              </a:rPr>
              <a:t>Objectif 1 — </a:t>
            </a:r>
            <a:r>
              <a:rPr sz="1500" b="0">
                <a:solidFill>
                  <a:srgbClr val="CFE2BC"/>
                </a:solidFill>
                <a:latin typeface="Calibri"/>
                <a:ea typeface="Calibri"/>
                <a:cs typeface="Calibri"/>
              </a:rPr>
              <a:t>Pipeline + diagnostic</a:t>
            </a:r>
          </a:p>
        </p:txBody>
      </p:sp>
      <p:sp>
        <p:nvSpPr>
          <p:cNvPr id="9" name="TextBox 8">
            <a:extLst xmlns:a="http://schemas.openxmlformats.org/drawingml/2006/main">
              <a:ext uri="{FF2B5EF4-FFF2-40B4-BE49-F238E27FC236}">
                <a16:creationId xmlns:a16="http://schemas.microsoft.com/office/drawing/2014/main" id="{1C7894F0-47EB-427F-A6A4-37297C9015BC}"/>
              </a:ext>
            </a:extLst>
          </p:cNvPr>
          <p:cNvSpPr>
            <a:spLocks xmlns:a="http://schemas.openxmlformats.org/drawingml/2006/main" noGrp="1"/>
          </p:cNvSpPr>
          <p:nvPr/>
        </p:nvSpPr>
        <p:spPr>
          <a:xfrm xmlns:a="http://schemas.openxmlformats.org/drawingml/2006/main">
            <a:off x="9326880" y="1819656"/>
            <a:ext cx="1828800" cy="640080"/>
          </a:xfrm>
          <a:prstGeom xmlns:a="http://schemas.openxmlformats.org/drawingml/2006/main" prst="rect">
            <a:avLst/>
          </a:prstGeom>
          <a:noFill xmlns:a="http://schemas.openxmlformats.org/drawingml/2006/main"/>
        </p:spPr>
        <p:txBody>
          <a:bodyPr xmlns:a="http://schemas.openxmlformats.org/drawingml/2006/main" wrap="square" lIns="0" tIns="0" rIns="0" bIns="0" anchor="ctr">
            <a:spAutoFit/>
          </a:bodyPr>
          <a:lstStyle xmlns:a="http://schemas.openxmlformats.org/drawingml/2006/main"/>
          <a:p xmlns:a="http://schemas.openxmlformats.org/drawingml/2006/main">
            <a:pPr algn="r">
              <a:lnSpc>
                <a:spcPct val="100000"/>
              </a:lnSpc>
              <a:spcBef>
                <a:spcPts val="0"/>
              </a:spcBef>
              <a:spcAft>
                <a:spcPts val="400"/>
              </a:spcAft>
              <a:buNone/>
            </a:pPr>
            <a:r>
              <a:rPr sz="1400" b="1">
                <a:solidFill>
                  <a:srgbClr val="8FB36A"/>
                </a:solidFill>
                <a:latin typeface="Calibri"/>
                <a:ea typeface="Calibri"/>
                <a:cs typeface="Calibri"/>
              </a:rPr>
              <a:t>Fait</a:t>
            </a:r>
          </a:p>
        </p:txBody>
      </p:sp>
      <p:sp>
        <p:nvSpPr>
          <p:cNvPr id="10" name="Rounded Rectangle 9">
            <a:extLst xmlns:a="http://schemas.openxmlformats.org/drawingml/2006/main">
              <a:ext uri="{FF2B5EF4-FFF2-40B4-BE49-F238E27FC236}">
                <a16:creationId xmlns:a16="http://schemas.microsoft.com/office/drawing/2014/main" id="{D663F099-8BE1-4300-8F76-68D1FB9680A2}"/>
              </a:ext>
            </a:extLst>
          </p:cNvPr>
          <p:cNvSpPr>
            <a:spLocks xmlns:a="http://schemas.openxmlformats.org/drawingml/2006/main" noGrp="1"/>
          </p:cNvSpPr>
          <p:nvPr/>
        </p:nvSpPr>
        <p:spPr>
          <a:xfrm xmlns:a="http://schemas.openxmlformats.org/drawingml/2006/main">
            <a:off x="822960" y="2651760"/>
            <a:ext cx="10515600" cy="822960"/>
          </a:xfrm>
          <a:prstGeom xmlns:a="http://schemas.openxmlformats.org/drawingml/2006/main" prst="roundRect">
            <a:avLst>
              <a:gd name="adj" fmla="val 10000"/>
            </a:avLst>
          </a:prstGeom>
          <a:solidFill xmlns:a="http://schemas.openxmlformats.org/drawingml/2006/main">
            <a:srgbClr val="2C5A33"/>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1" name="Oval 10">
            <a:extLst xmlns:a="http://schemas.openxmlformats.org/drawingml/2006/main">
              <a:ext uri="{FF2B5EF4-FFF2-40B4-BE49-F238E27FC236}">
                <a16:creationId xmlns:a16="http://schemas.microsoft.com/office/drawing/2014/main" id="{CCD288F8-3FC1-4E07-BE43-BEB706DBF5A2}"/>
              </a:ext>
            </a:extLst>
          </p:cNvPr>
          <p:cNvSpPr>
            <a:spLocks xmlns:a="http://schemas.openxmlformats.org/drawingml/2006/main" noGrp="1"/>
          </p:cNvSpPr>
          <p:nvPr/>
        </p:nvSpPr>
        <p:spPr>
          <a:xfrm xmlns:a="http://schemas.openxmlformats.org/drawingml/2006/main">
            <a:off x="1051560" y="2834640"/>
            <a:ext cx="457200" cy="457200"/>
          </a:xfrm>
          <a:prstGeom xmlns:a="http://schemas.openxmlformats.org/drawingml/2006/main" prst="ellipse">
            <a:avLst/>
          </a:prstGeom>
          <a:solidFill xmlns:a="http://schemas.openxmlformats.org/drawingml/2006/main">
            <a:srgbClr val="8FB36A"/>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2" name="TextBox 11">
            <a:extLst xmlns:a="http://schemas.openxmlformats.org/drawingml/2006/main">
              <a:ext uri="{FF2B5EF4-FFF2-40B4-BE49-F238E27FC236}">
                <a16:creationId xmlns:a16="http://schemas.microsoft.com/office/drawing/2014/main" id="{40A9462D-7925-4F3A-AD24-2B19DFC9CBB9}"/>
              </a:ext>
            </a:extLst>
          </p:cNvPr>
          <p:cNvSpPr>
            <a:spLocks xmlns:a="http://schemas.openxmlformats.org/drawingml/2006/main" noGrp="1"/>
          </p:cNvSpPr>
          <p:nvPr/>
        </p:nvSpPr>
        <p:spPr>
          <a:xfrm xmlns:a="http://schemas.openxmlformats.org/drawingml/2006/main">
            <a:off x="1051560" y="2834640"/>
            <a:ext cx="45720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spAutoFit/>
          </a:bodyPr>
          <a:lstStyle xmlns:a="http://schemas.openxmlformats.org/drawingml/2006/main"/>
          <a:p xmlns:a="http://schemas.openxmlformats.org/drawingml/2006/main">
            <a:pPr algn="ctr">
              <a:lnSpc>
                <a:spcPct val="100000"/>
              </a:lnSpc>
              <a:spcBef>
                <a:spcPts val="0"/>
              </a:spcBef>
              <a:spcAft>
                <a:spcPts val="400"/>
              </a:spcAft>
              <a:buNone/>
            </a:pPr>
            <a:r>
              <a:rPr sz="1800" b="1">
                <a:solidFill>
                  <a:srgbClr val="224B2A"/>
                </a:solidFill>
                <a:latin typeface="Cambria"/>
                <a:ea typeface="Cambria"/>
                <a:cs typeface="Cambria"/>
              </a:rPr>
              <a:t>✓</a:t>
            </a:r>
          </a:p>
        </p:txBody>
      </p:sp>
      <p:sp>
        <p:nvSpPr>
          <p:cNvPr id="13" name="TextBox 12">
            <a:extLst xmlns:a="http://schemas.openxmlformats.org/drawingml/2006/main">
              <a:ext uri="{FF2B5EF4-FFF2-40B4-BE49-F238E27FC236}">
                <a16:creationId xmlns:a16="http://schemas.microsoft.com/office/drawing/2014/main" id="{ED2BBEB4-E2FF-4D29-96ED-728C3CBDEB09}"/>
              </a:ext>
            </a:extLst>
          </p:cNvPr>
          <p:cNvSpPr>
            <a:spLocks xmlns:a="http://schemas.openxmlformats.org/drawingml/2006/main" noGrp="1"/>
          </p:cNvSpPr>
          <p:nvPr/>
        </p:nvSpPr>
        <p:spPr>
          <a:xfrm xmlns:a="http://schemas.openxmlformats.org/drawingml/2006/main">
            <a:off x="1783080" y="2779776"/>
            <a:ext cx="7498079" cy="640080"/>
          </a:xfrm>
          <a:prstGeom xmlns:a="http://schemas.openxmlformats.org/drawingml/2006/main" prst="rect">
            <a:avLst/>
          </a:prstGeom>
          <a:noFill xmlns:a="http://schemas.openxmlformats.org/drawingml/2006/main"/>
        </p:spPr>
        <p:txBody>
          <a:bodyPr xmlns:a="http://schemas.openxmlformats.org/drawingml/2006/main" wrap="square" lIns="0" tIns="0" rIns="0" bIns="0" anchor="ctr">
            <a:spAutoFit/>
          </a:bodyPr>
          <a:lstStyle xmlns:a="http://schemas.openxmlformats.org/drawingml/2006/main"/>
          <a:p xmlns:a="http://schemas.openxmlformats.org/drawingml/2006/main">
            <a:pPr algn="l">
              <a:lnSpc>
                <a:spcPct val="100000"/>
              </a:lnSpc>
              <a:spcBef>
                <a:spcPts val="0"/>
              </a:spcBef>
              <a:spcAft>
                <a:spcPts val="400"/>
              </a:spcAft>
              <a:buNone/>
            </a:pPr>
            <a:r>
              <a:rPr sz="1600" b="1">
                <a:solidFill>
                  <a:srgbClr val="FFFFFF"/>
                </a:solidFill>
                <a:latin typeface="Calibri"/>
                <a:ea typeface="Calibri"/>
                <a:cs typeface="Calibri"/>
              </a:rPr>
              <a:t>Objectif 2 — </a:t>
            </a:r>
            <a:r>
              <a:rPr sz="1500" b="0">
                <a:solidFill>
                  <a:srgbClr val="CFE2BC"/>
                </a:solidFill>
                <a:latin typeface="Calibri"/>
                <a:ea typeface="Calibri"/>
                <a:cs typeface="Calibri"/>
              </a:rPr>
              <a:t>Environnement × comportement</a:t>
            </a:r>
          </a:p>
        </p:txBody>
      </p:sp>
      <p:sp>
        <p:nvSpPr>
          <p:cNvPr id="14" name="TextBox 13">
            <a:extLst xmlns:a="http://schemas.openxmlformats.org/drawingml/2006/main">
              <a:ext uri="{FF2B5EF4-FFF2-40B4-BE49-F238E27FC236}">
                <a16:creationId xmlns:a16="http://schemas.microsoft.com/office/drawing/2014/main" id="{B0076EBA-3BCA-43A6-BEDF-690F05AA9327}"/>
              </a:ext>
            </a:extLst>
          </p:cNvPr>
          <p:cNvSpPr>
            <a:spLocks xmlns:a="http://schemas.openxmlformats.org/drawingml/2006/main" noGrp="1"/>
          </p:cNvSpPr>
          <p:nvPr/>
        </p:nvSpPr>
        <p:spPr>
          <a:xfrm xmlns:a="http://schemas.openxmlformats.org/drawingml/2006/main">
            <a:off x="9326880" y="2779776"/>
            <a:ext cx="1828800" cy="640080"/>
          </a:xfrm>
          <a:prstGeom xmlns:a="http://schemas.openxmlformats.org/drawingml/2006/main" prst="rect">
            <a:avLst/>
          </a:prstGeom>
          <a:noFill xmlns:a="http://schemas.openxmlformats.org/drawingml/2006/main"/>
        </p:spPr>
        <p:txBody>
          <a:bodyPr xmlns:a="http://schemas.openxmlformats.org/drawingml/2006/main" wrap="square" lIns="0" tIns="0" rIns="0" bIns="0" anchor="ctr">
            <a:spAutoFit/>
          </a:bodyPr>
          <a:lstStyle xmlns:a="http://schemas.openxmlformats.org/drawingml/2006/main"/>
          <a:p xmlns:a="http://schemas.openxmlformats.org/drawingml/2006/main">
            <a:pPr algn="r">
              <a:lnSpc>
                <a:spcPct val="100000"/>
              </a:lnSpc>
              <a:spcBef>
                <a:spcPts val="0"/>
              </a:spcBef>
              <a:spcAft>
                <a:spcPts val="400"/>
              </a:spcAft>
              <a:buNone/>
            </a:pPr>
            <a:r>
              <a:rPr sz="1400" b="1">
                <a:solidFill>
                  <a:srgbClr val="8FB36A"/>
                </a:solidFill>
                <a:latin typeface="Calibri"/>
                <a:ea typeface="Calibri"/>
                <a:cs typeface="Calibri"/>
              </a:rPr>
              <a:t>Fait</a:t>
            </a:r>
          </a:p>
        </p:txBody>
      </p:sp>
      <p:sp>
        <p:nvSpPr>
          <p:cNvPr id="15" name="Rounded Rectangle 14">
            <a:extLst xmlns:a="http://schemas.openxmlformats.org/drawingml/2006/main">
              <a:ext uri="{FF2B5EF4-FFF2-40B4-BE49-F238E27FC236}">
                <a16:creationId xmlns:a16="http://schemas.microsoft.com/office/drawing/2014/main" id="{ECDA0585-E202-4A03-BD5D-C9A8DFDA251F}"/>
              </a:ext>
            </a:extLst>
          </p:cNvPr>
          <p:cNvSpPr>
            <a:spLocks xmlns:a="http://schemas.openxmlformats.org/drawingml/2006/main" noGrp="1"/>
          </p:cNvSpPr>
          <p:nvPr/>
        </p:nvSpPr>
        <p:spPr>
          <a:xfrm xmlns:a="http://schemas.openxmlformats.org/drawingml/2006/main">
            <a:off x="822960" y="3611880"/>
            <a:ext cx="10515600" cy="822960"/>
          </a:xfrm>
          <a:prstGeom xmlns:a="http://schemas.openxmlformats.org/drawingml/2006/main" prst="roundRect">
            <a:avLst>
              <a:gd name="adj" fmla="val 10000"/>
            </a:avLst>
          </a:prstGeom>
          <a:solidFill xmlns:a="http://schemas.openxmlformats.org/drawingml/2006/main">
            <a:srgbClr val="2C5A33"/>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6" name="Oval 15">
            <a:extLst xmlns:a="http://schemas.openxmlformats.org/drawingml/2006/main">
              <a:ext uri="{FF2B5EF4-FFF2-40B4-BE49-F238E27FC236}">
                <a16:creationId xmlns:a16="http://schemas.microsoft.com/office/drawing/2014/main" id="{E125D5D4-EE20-452E-8F13-C19EBE234B29}"/>
              </a:ext>
            </a:extLst>
          </p:cNvPr>
          <p:cNvSpPr>
            <a:spLocks xmlns:a="http://schemas.openxmlformats.org/drawingml/2006/main" noGrp="1"/>
          </p:cNvSpPr>
          <p:nvPr/>
        </p:nvSpPr>
        <p:spPr>
          <a:xfrm xmlns:a="http://schemas.openxmlformats.org/drawingml/2006/main">
            <a:off x="1051560" y="3794760"/>
            <a:ext cx="457200" cy="457200"/>
          </a:xfrm>
          <a:prstGeom xmlns:a="http://schemas.openxmlformats.org/drawingml/2006/main" prst="ellipse">
            <a:avLst/>
          </a:prstGeom>
          <a:solidFill xmlns:a="http://schemas.openxmlformats.org/drawingml/2006/main">
            <a:srgbClr val="8FB36A"/>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7" name="TextBox 16">
            <a:extLst xmlns:a="http://schemas.openxmlformats.org/drawingml/2006/main">
              <a:ext uri="{FF2B5EF4-FFF2-40B4-BE49-F238E27FC236}">
                <a16:creationId xmlns:a16="http://schemas.microsoft.com/office/drawing/2014/main" id="{C2A1EAA8-D94E-40D3-AD47-6E77BA34A1DD}"/>
              </a:ext>
            </a:extLst>
          </p:cNvPr>
          <p:cNvSpPr>
            <a:spLocks xmlns:a="http://schemas.openxmlformats.org/drawingml/2006/main" noGrp="1"/>
          </p:cNvSpPr>
          <p:nvPr/>
        </p:nvSpPr>
        <p:spPr>
          <a:xfrm xmlns:a="http://schemas.openxmlformats.org/drawingml/2006/main">
            <a:off x="1051560" y="3794760"/>
            <a:ext cx="45720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spAutoFit/>
          </a:bodyPr>
          <a:lstStyle xmlns:a="http://schemas.openxmlformats.org/drawingml/2006/main"/>
          <a:p xmlns:a="http://schemas.openxmlformats.org/drawingml/2006/main">
            <a:pPr algn="ctr">
              <a:lnSpc>
                <a:spcPct val="100000"/>
              </a:lnSpc>
              <a:spcBef>
                <a:spcPts val="0"/>
              </a:spcBef>
              <a:spcAft>
                <a:spcPts val="400"/>
              </a:spcAft>
              <a:buNone/>
            </a:pPr>
            <a:r>
              <a:rPr sz="1800" b="1">
                <a:solidFill>
                  <a:srgbClr val="224B2A"/>
                </a:solidFill>
                <a:latin typeface="Cambria"/>
                <a:ea typeface="Cambria"/>
                <a:cs typeface="Cambria"/>
              </a:rPr>
              <a:t>✓</a:t>
            </a:r>
          </a:p>
        </p:txBody>
      </p:sp>
      <p:sp>
        <p:nvSpPr>
          <p:cNvPr id="18" name="TextBox 17">
            <a:extLst xmlns:a="http://schemas.openxmlformats.org/drawingml/2006/main">
              <a:ext uri="{FF2B5EF4-FFF2-40B4-BE49-F238E27FC236}">
                <a16:creationId xmlns:a16="http://schemas.microsoft.com/office/drawing/2014/main" id="{C3803070-7BE1-424C-BF88-BC68144B179A}"/>
              </a:ext>
            </a:extLst>
          </p:cNvPr>
          <p:cNvSpPr>
            <a:spLocks xmlns:a="http://schemas.openxmlformats.org/drawingml/2006/main" noGrp="1"/>
          </p:cNvSpPr>
          <p:nvPr/>
        </p:nvSpPr>
        <p:spPr>
          <a:xfrm xmlns:a="http://schemas.openxmlformats.org/drawingml/2006/main">
            <a:off x="1783080" y="3739896"/>
            <a:ext cx="7498079" cy="640080"/>
          </a:xfrm>
          <a:prstGeom xmlns:a="http://schemas.openxmlformats.org/drawingml/2006/main" prst="rect">
            <a:avLst/>
          </a:prstGeom>
          <a:noFill xmlns:a="http://schemas.openxmlformats.org/drawingml/2006/main"/>
        </p:spPr>
        <p:txBody>
          <a:bodyPr xmlns:a="http://schemas.openxmlformats.org/drawingml/2006/main" wrap="square" lIns="0" tIns="0" rIns="0" bIns="0" anchor="ctr">
            <a:spAutoFit/>
          </a:bodyPr>
          <a:lstStyle xmlns:a="http://schemas.openxmlformats.org/drawingml/2006/main"/>
          <a:p xmlns:a="http://schemas.openxmlformats.org/drawingml/2006/main">
            <a:pPr algn="l">
              <a:lnSpc>
                <a:spcPct val="100000"/>
              </a:lnSpc>
              <a:spcBef>
                <a:spcPts val="0"/>
              </a:spcBef>
              <a:spcAft>
                <a:spcPts val="400"/>
              </a:spcAft>
              <a:buNone/>
            </a:pPr>
            <a:r>
              <a:rPr sz="1600" b="1">
                <a:solidFill>
                  <a:srgbClr val="FFFFFF"/>
                </a:solidFill>
                <a:latin typeface="Calibri"/>
                <a:ea typeface="Calibri"/>
                <a:cs typeface="Calibri"/>
              </a:rPr>
              <a:t>Objectif 3 — </a:t>
            </a:r>
            <a:r>
              <a:rPr sz="1500" b="0">
                <a:solidFill>
                  <a:srgbClr val="CFE2BC"/>
                </a:solidFill>
                <a:latin typeface="Calibri"/>
                <a:ea typeface="Calibri"/>
                <a:cs typeface="Calibri"/>
              </a:rPr>
              <a:t>Notebook démonstration</a:t>
            </a:r>
          </a:p>
        </p:txBody>
      </p:sp>
      <p:sp>
        <p:nvSpPr>
          <p:cNvPr id="19" name="TextBox 18">
            <a:extLst xmlns:a="http://schemas.openxmlformats.org/drawingml/2006/main">
              <a:ext uri="{FF2B5EF4-FFF2-40B4-BE49-F238E27FC236}">
                <a16:creationId xmlns:a16="http://schemas.microsoft.com/office/drawing/2014/main" id="{44DA7D8C-7B61-41E6-85A9-601302708259}"/>
              </a:ext>
            </a:extLst>
          </p:cNvPr>
          <p:cNvSpPr>
            <a:spLocks xmlns:a="http://schemas.openxmlformats.org/drawingml/2006/main" noGrp="1"/>
          </p:cNvSpPr>
          <p:nvPr/>
        </p:nvSpPr>
        <p:spPr>
          <a:xfrm xmlns:a="http://schemas.openxmlformats.org/drawingml/2006/main">
            <a:off x="9326880" y="3739896"/>
            <a:ext cx="1828800" cy="640080"/>
          </a:xfrm>
          <a:prstGeom xmlns:a="http://schemas.openxmlformats.org/drawingml/2006/main" prst="rect">
            <a:avLst/>
          </a:prstGeom>
          <a:noFill xmlns:a="http://schemas.openxmlformats.org/drawingml/2006/main"/>
        </p:spPr>
        <p:txBody>
          <a:bodyPr xmlns:a="http://schemas.openxmlformats.org/drawingml/2006/main" wrap="square" lIns="0" tIns="0" rIns="0" bIns="0" anchor="ctr">
            <a:spAutoFit/>
          </a:bodyPr>
          <a:lstStyle xmlns:a="http://schemas.openxmlformats.org/drawingml/2006/main"/>
          <a:p xmlns:a="http://schemas.openxmlformats.org/drawingml/2006/main">
            <a:pPr algn="r">
              <a:lnSpc>
                <a:spcPct val="100000"/>
              </a:lnSpc>
              <a:spcBef>
                <a:spcPts val="0"/>
              </a:spcBef>
              <a:spcAft>
                <a:spcPts val="400"/>
              </a:spcAft>
              <a:buNone/>
            </a:pPr>
            <a:r>
              <a:rPr sz="1400" b="1">
                <a:solidFill>
                  <a:srgbClr val="8FB36A"/>
                </a:solidFill>
                <a:latin typeface="Calibri"/>
                <a:ea typeface="Calibri"/>
                <a:cs typeface="Calibri"/>
              </a:rPr>
              <a:t>Fait</a:t>
            </a:r>
          </a:p>
        </p:txBody>
      </p:sp>
      <p:sp>
        <p:nvSpPr>
          <p:cNvPr id="20" name="Rounded Rectangle 19">
            <a:extLst xmlns:a="http://schemas.openxmlformats.org/drawingml/2006/main">
              <a:ext uri="{FF2B5EF4-FFF2-40B4-BE49-F238E27FC236}">
                <a16:creationId xmlns:a16="http://schemas.microsoft.com/office/drawing/2014/main" id="{DF4A831C-0202-468C-B4FB-40C6554A6504}"/>
              </a:ext>
            </a:extLst>
          </p:cNvPr>
          <p:cNvSpPr>
            <a:spLocks xmlns:a="http://schemas.openxmlformats.org/drawingml/2006/main" noGrp="1"/>
          </p:cNvSpPr>
          <p:nvPr/>
        </p:nvSpPr>
        <p:spPr>
          <a:xfrm xmlns:a="http://schemas.openxmlformats.org/drawingml/2006/main">
            <a:off x="822960" y="4572000"/>
            <a:ext cx="10515600" cy="822960"/>
          </a:xfrm>
          <a:prstGeom xmlns:a="http://schemas.openxmlformats.org/drawingml/2006/main" prst="roundRect">
            <a:avLst>
              <a:gd name="adj" fmla="val 10000"/>
            </a:avLst>
          </a:prstGeom>
          <a:solidFill xmlns:a="http://schemas.openxmlformats.org/drawingml/2006/main">
            <a:srgbClr val="2C5A33"/>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1" name="Oval 20">
            <a:extLst xmlns:a="http://schemas.openxmlformats.org/drawingml/2006/main">
              <a:ext uri="{FF2B5EF4-FFF2-40B4-BE49-F238E27FC236}">
                <a16:creationId xmlns:a16="http://schemas.microsoft.com/office/drawing/2014/main" id="{6AF003F6-DDE6-49D3-9052-AED3309D35BC}"/>
              </a:ext>
            </a:extLst>
          </p:cNvPr>
          <p:cNvSpPr>
            <a:spLocks xmlns:a="http://schemas.openxmlformats.org/drawingml/2006/main" noGrp="1"/>
          </p:cNvSpPr>
          <p:nvPr/>
        </p:nvSpPr>
        <p:spPr>
          <a:xfrm xmlns:a="http://schemas.openxmlformats.org/drawingml/2006/main">
            <a:off x="1051560" y="4754880"/>
            <a:ext cx="457200" cy="457200"/>
          </a:xfrm>
          <a:prstGeom xmlns:a="http://schemas.openxmlformats.org/drawingml/2006/main" prst="ellipse">
            <a:avLst/>
          </a:prstGeom>
          <a:solidFill xmlns:a="http://schemas.openxmlformats.org/drawingml/2006/main">
            <a:srgbClr val="C07A2B"/>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2" name="TextBox 21">
            <a:extLst xmlns:a="http://schemas.openxmlformats.org/drawingml/2006/main">
              <a:ext uri="{FF2B5EF4-FFF2-40B4-BE49-F238E27FC236}">
                <a16:creationId xmlns:a16="http://schemas.microsoft.com/office/drawing/2014/main" id="{7D510D5B-2B0E-4AC5-BEBE-577B36DC4981}"/>
              </a:ext>
            </a:extLst>
          </p:cNvPr>
          <p:cNvSpPr>
            <a:spLocks xmlns:a="http://schemas.openxmlformats.org/drawingml/2006/main" noGrp="1"/>
          </p:cNvSpPr>
          <p:nvPr/>
        </p:nvSpPr>
        <p:spPr>
          <a:xfrm xmlns:a="http://schemas.openxmlformats.org/drawingml/2006/main">
            <a:off x="1051560" y="4754880"/>
            <a:ext cx="45720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spAutoFit/>
          </a:bodyPr>
          <a:lstStyle xmlns:a="http://schemas.openxmlformats.org/drawingml/2006/main"/>
          <a:p xmlns:a="http://schemas.openxmlformats.org/drawingml/2006/main">
            <a:pPr algn="ctr">
              <a:lnSpc>
                <a:spcPct val="100000"/>
              </a:lnSpc>
              <a:spcBef>
                <a:spcPts val="0"/>
              </a:spcBef>
              <a:spcAft>
                <a:spcPts val="400"/>
              </a:spcAft>
              <a:buNone/>
            </a:pPr>
            <a:r>
              <a:rPr sz="1800" b="1">
                <a:solidFill>
                  <a:srgbClr val="FFFFFF"/>
                </a:solidFill>
                <a:latin typeface="Cambria"/>
                <a:ea typeface="Cambria"/>
                <a:cs typeface="Cambria"/>
              </a:rPr>
              <a:t>→</a:t>
            </a:r>
          </a:p>
        </p:txBody>
      </p:sp>
      <p:sp>
        <p:nvSpPr>
          <p:cNvPr id="23" name="TextBox 22">
            <a:extLst xmlns:a="http://schemas.openxmlformats.org/drawingml/2006/main">
              <a:ext uri="{FF2B5EF4-FFF2-40B4-BE49-F238E27FC236}">
                <a16:creationId xmlns:a16="http://schemas.microsoft.com/office/drawing/2014/main" id="{CBCF3BBD-FD8B-4DAB-8B12-0590E407BCF6}"/>
              </a:ext>
            </a:extLst>
          </p:cNvPr>
          <p:cNvSpPr>
            <a:spLocks xmlns:a="http://schemas.openxmlformats.org/drawingml/2006/main" noGrp="1"/>
          </p:cNvSpPr>
          <p:nvPr/>
        </p:nvSpPr>
        <p:spPr>
          <a:xfrm xmlns:a="http://schemas.openxmlformats.org/drawingml/2006/main">
            <a:off x="1783080" y="4700016"/>
            <a:ext cx="7498079" cy="640080"/>
          </a:xfrm>
          <a:prstGeom xmlns:a="http://schemas.openxmlformats.org/drawingml/2006/main" prst="rect">
            <a:avLst/>
          </a:prstGeom>
          <a:noFill xmlns:a="http://schemas.openxmlformats.org/drawingml/2006/main"/>
        </p:spPr>
        <p:txBody>
          <a:bodyPr xmlns:a="http://schemas.openxmlformats.org/drawingml/2006/main" wrap="square" lIns="0" tIns="0" rIns="0" bIns="0" anchor="ctr">
            <a:spAutoFit/>
          </a:bodyPr>
          <a:lstStyle xmlns:a="http://schemas.openxmlformats.org/drawingml/2006/main"/>
          <a:p xmlns:a="http://schemas.openxmlformats.org/drawingml/2006/main">
            <a:pPr algn="l">
              <a:lnSpc>
                <a:spcPct val="100000"/>
              </a:lnSpc>
              <a:spcBef>
                <a:spcPts val="0"/>
              </a:spcBef>
              <a:spcAft>
                <a:spcPts val="400"/>
              </a:spcAft>
              <a:buNone/>
            </a:pPr>
            <a:r>
              <a:rPr sz="1600" b="1">
                <a:solidFill>
                  <a:srgbClr val="FFFFFF"/>
                </a:solidFill>
                <a:latin typeface="Calibri"/>
                <a:ea typeface="Calibri"/>
                <a:cs typeface="Calibri"/>
              </a:rPr>
              <a:t>Objectif 4 — </a:t>
            </a:r>
            <a:r>
              <a:rPr sz="1500" b="0">
                <a:solidFill>
                  <a:srgbClr val="CFE2BC"/>
                </a:solidFill>
                <a:latin typeface="Calibri"/>
                <a:ea typeface="Calibri"/>
                <a:cs typeface="Calibri"/>
              </a:rPr>
              <a:t>Support WELL-E</a:t>
            </a:r>
          </a:p>
        </p:txBody>
      </p:sp>
      <p:sp>
        <p:nvSpPr>
          <p:cNvPr id="24" name="TextBox 23">
            <a:extLst xmlns:a="http://schemas.openxmlformats.org/drawingml/2006/main">
              <a:ext uri="{FF2B5EF4-FFF2-40B4-BE49-F238E27FC236}">
                <a16:creationId xmlns:a16="http://schemas.microsoft.com/office/drawing/2014/main" id="{20A2902C-AC1A-46C3-8A51-5B3F34E53B35}"/>
              </a:ext>
            </a:extLst>
          </p:cNvPr>
          <p:cNvSpPr>
            <a:spLocks xmlns:a="http://schemas.openxmlformats.org/drawingml/2006/main" noGrp="1"/>
          </p:cNvSpPr>
          <p:nvPr/>
        </p:nvSpPr>
        <p:spPr>
          <a:xfrm xmlns:a="http://schemas.openxmlformats.org/drawingml/2006/main">
            <a:off x="9326880" y="4700016"/>
            <a:ext cx="1828800" cy="640080"/>
          </a:xfrm>
          <a:prstGeom xmlns:a="http://schemas.openxmlformats.org/drawingml/2006/main" prst="rect">
            <a:avLst/>
          </a:prstGeom>
          <a:noFill xmlns:a="http://schemas.openxmlformats.org/drawingml/2006/main"/>
        </p:spPr>
        <p:txBody>
          <a:bodyPr xmlns:a="http://schemas.openxmlformats.org/drawingml/2006/main" wrap="square" lIns="0" tIns="0" rIns="0" bIns="0" anchor="ctr">
            <a:spAutoFit/>
          </a:bodyPr>
          <a:lstStyle xmlns:a="http://schemas.openxmlformats.org/drawingml/2006/main"/>
          <a:p xmlns:a="http://schemas.openxmlformats.org/drawingml/2006/main">
            <a:pPr algn="r">
              <a:lnSpc>
                <a:spcPct val="100000"/>
              </a:lnSpc>
              <a:spcBef>
                <a:spcPts val="0"/>
              </a:spcBef>
              <a:spcAft>
                <a:spcPts val="400"/>
              </a:spcAft>
              <a:buNone/>
            </a:pPr>
            <a:r>
              <a:rPr sz="1400" b="1">
                <a:solidFill>
                  <a:srgbClr val="C07A2B"/>
                </a:solidFill>
                <a:latin typeface="Calibri"/>
                <a:ea typeface="Calibri"/>
                <a:cs typeface="Calibri"/>
              </a:rPr>
              <a:t>Mi-juillet</a:t>
            </a:r>
          </a:p>
        </p:txBody>
      </p:sp>
      <p:sp>
        <p:nvSpPr>
          <p:cNvPr id="25" name="TextBox 24">
            <a:extLst xmlns:a="http://schemas.openxmlformats.org/drawingml/2006/main">
              <a:ext uri="{FF2B5EF4-FFF2-40B4-BE49-F238E27FC236}">
                <a16:creationId xmlns:a16="http://schemas.microsoft.com/office/drawing/2014/main" id="{D800449D-D8CF-485D-9BA7-2B892C6DC33A}"/>
              </a:ext>
            </a:extLst>
          </p:cNvPr>
          <p:cNvSpPr>
            <a:spLocks xmlns:a="http://schemas.openxmlformats.org/drawingml/2006/main" noGrp="1"/>
          </p:cNvSpPr>
          <p:nvPr/>
        </p:nvSpPr>
        <p:spPr>
          <a:xfrm xmlns:a="http://schemas.openxmlformats.org/drawingml/2006/main">
            <a:off x="822960" y="5806440"/>
            <a:ext cx="10515600" cy="64008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lnSpc>
                <a:spcPct val="100000"/>
              </a:lnSpc>
              <a:spcBef>
                <a:spcPts val="0"/>
              </a:spcBef>
              <a:spcAft>
                <a:spcPts val="400"/>
              </a:spcAft>
              <a:buNone/>
            </a:pPr>
            <a:r>
              <a:rPr sz="1500" b="0">
                <a:solidFill>
                  <a:srgbClr val="FFFFFF"/>
                </a:solidFill>
                <a:latin typeface="Calibri"/>
                <a:ea typeface="Calibri"/>
                <a:cs typeface="Calibri"/>
              </a:rPr>
              <a:t>3 objectifs sur 4 livrés · le dernier ne dépend que des scripts WELL-E (mi-juillet).</a:t>
            </a:r>
          </a:p>
        </p:txBody>
      </p:sp>
    </p:spTree>
    <p:extLst>
      <p:ext uri="{BB962C8B-B14F-4D97-AF65-F5344CB8AC3E}">
        <p14:creationId xmlns:p14="http://schemas.microsoft.com/office/powerpoint/2010/main" val="1355826757"/>
      </p:ext>
    </p:extLst>
  </p:cSld>
</p:sld>
</file>

<file path=ppt/slides/slide12.xml><?xml version="1.0" encoding="utf-8"?>
<p:sld xmlns:p="http://schemas.openxmlformats.org/presentationml/2006/main">
  <p:cSld>
    <p:spTree>
      <p:nvGrpSpPr>
        <p:cNvPr id="1" name=""/>
        <p:cNvGrpSpPr/>
        <p:nvPr/>
      </p:nvGrpSpPr>
      <p:grpSpPr>
        <a:xfrm xmlns:a="http://schemas.openxmlformats.org/drawingml/2006/main"/>
      </p:grpSpPr>
      <p:sp>
        <p:nvSpPr>
          <p:cNvPr id="2" name="Rectangle 1">
            <a:extLst xmlns:a="http://schemas.openxmlformats.org/drawingml/2006/main">
              <a:ext uri="{FF2B5EF4-FFF2-40B4-BE49-F238E27FC236}">
                <a16:creationId xmlns:a16="http://schemas.microsoft.com/office/drawing/2014/main" id="{AABA829E-0037-4AAF-8CCD-F7C1CCE373EA}"/>
              </a:ext>
            </a:extLst>
          </p:cNvPr>
          <p:cNvSpPr>
            <a:spLocks xmlns:a="http://schemas.openxmlformats.org/drawingml/2006/main" noGrp="1"/>
          </p:cNvSpPr>
          <p:nvPr/>
        </p:nvSpPr>
        <p:spPr>
          <a:xfrm xmlns:a="http://schemas.openxmlformats.org/drawingml/2006/main">
            <a:off x="0" y="0"/>
            <a:ext cx="12191695" cy="6858000"/>
          </a:xfrm>
          <a:prstGeom xmlns:a="http://schemas.openxmlformats.org/drawingml/2006/main" prst="rect">
            <a:avLst/>
          </a:prstGeom>
          <a:solidFill xmlns:a="http://schemas.openxmlformats.org/drawingml/2006/main">
            <a:srgbClr val="224B2A"/>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Rounded Rectangle 2">
            <a:extLst xmlns:a="http://schemas.openxmlformats.org/drawingml/2006/main">
              <a:ext uri="{FF2B5EF4-FFF2-40B4-BE49-F238E27FC236}">
                <a16:creationId xmlns:a16="http://schemas.microsoft.com/office/drawing/2014/main" id="{721A386D-90DE-4575-A77F-76E42E73C926}"/>
              </a:ext>
            </a:extLst>
          </p:cNvPr>
          <p:cNvSpPr>
            <a:spLocks xmlns:a="http://schemas.openxmlformats.org/drawingml/2006/main" noGrp="1"/>
          </p:cNvSpPr>
          <p:nvPr/>
        </p:nvSpPr>
        <p:spPr>
          <a:xfrm xmlns:a="http://schemas.openxmlformats.org/drawingml/2006/main">
            <a:off x="0" y="0"/>
            <a:ext cx="12191695" cy="6858000"/>
          </a:xfrm>
          <a:prstGeom xmlns:a="http://schemas.openxmlformats.org/drawingml/2006/main" prst="roundRect">
            <a:avLst>
              <a:gd name="adj" fmla="val 8000"/>
            </a:avLst>
          </a:prstGeom>
          <a:solidFill xmlns:a="http://schemas.openxmlformats.org/drawingml/2006/main">
            <a:srgbClr val="224B2A"/>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Oval 3">
            <a:extLst xmlns:a="http://schemas.openxmlformats.org/drawingml/2006/main">
              <a:ext uri="{FF2B5EF4-FFF2-40B4-BE49-F238E27FC236}">
                <a16:creationId xmlns:a16="http://schemas.microsoft.com/office/drawing/2014/main" id="{AD72ECA5-1314-4F5B-9A0B-B50342E2C842}"/>
              </a:ext>
            </a:extLst>
          </p:cNvPr>
          <p:cNvSpPr>
            <a:spLocks xmlns:a="http://schemas.openxmlformats.org/drawingml/2006/main" noGrp="1"/>
          </p:cNvSpPr>
          <p:nvPr/>
        </p:nvSpPr>
        <p:spPr>
          <a:xfrm xmlns:a="http://schemas.openxmlformats.org/drawingml/2006/main">
            <a:off x="-1828800" y="4114800"/>
            <a:ext cx="4754880" cy="4754880"/>
          </a:xfrm>
          <a:prstGeom xmlns:a="http://schemas.openxmlformats.org/drawingml/2006/main" prst="ellipse">
            <a:avLst/>
          </a:prstGeom>
          <a:solidFill xmlns:a="http://schemas.openxmlformats.org/drawingml/2006/main">
            <a:srgbClr val="4C7A3F"/>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5" name="TextBox 4">
            <a:extLst xmlns:a="http://schemas.openxmlformats.org/drawingml/2006/main">
              <a:ext uri="{FF2B5EF4-FFF2-40B4-BE49-F238E27FC236}">
                <a16:creationId xmlns:a16="http://schemas.microsoft.com/office/drawing/2014/main" id="{73BBEAD6-D5F8-4C91-94C2-739948A8F492}"/>
              </a:ext>
            </a:extLst>
          </p:cNvPr>
          <p:cNvSpPr>
            <a:spLocks xmlns:a="http://schemas.openxmlformats.org/drawingml/2006/main" noGrp="1"/>
          </p:cNvSpPr>
          <p:nvPr/>
        </p:nvSpPr>
        <p:spPr>
          <a:xfrm xmlns:a="http://schemas.openxmlformats.org/drawingml/2006/main">
            <a:off x="822960" y="2560320"/>
            <a:ext cx="10058400" cy="91440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lnSpc>
                <a:spcPct val="100000"/>
              </a:lnSpc>
              <a:spcBef>
                <a:spcPts val="0"/>
              </a:spcBef>
              <a:spcAft>
                <a:spcPts val="400"/>
              </a:spcAft>
              <a:buNone/>
            </a:pPr>
            <a:r>
              <a:rPr sz="5200" b="1">
                <a:solidFill>
                  <a:srgbClr val="FFFFFF"/>
                </a:solidFill>
                <a:latin typeface="Cambria"/>
                <a:ea typeface="Cambria"/>
                <a:cs typeface="Cambria"/>
              </a:rPr>
              <a:t>Merci</a:t>
            </a:r>
          </a:p>
        </p:txBody>
      </p:sp>
      <p:sp>
        <p:nvSpPr>
          <p:cNvPr id="6" name="TextBox 5">
            <a:extLst xmlns:a="http://schemas.openxmlformats.org/drawingml/2006/main">
              <a:ext uri="{FF2B5EF4-FFF2-40B4-BE49-F238E27FC236}">
                <a16:creationId xmlns:a16="http://schemas.microsoft.com/office/drawing/2014/main" id="{A6ABB2AB-FEB1-41B8-906D-31F7C7AB2EBB}"/>
              </a:ext>
            </a:extLst>
          </p:cNvPr>
          <p:cNvSpPr>
            <a:spLocks xmlns:a="http://schemas.openxmlformats.org/drawingml/2006/main" noGrp="1"/>
          </p:cNvSpPr>
          <p:nvPr/>
        </p:nvSpPr>
        <p:spPr>
          <a:xfrm xmlns:a="http://schemas.openxmlformats.org/drawingml/2006/main">
            <a:off x="822960" y="3657600"/>
            <a:ext cx="10058400" cy="54864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lnSpc>
                <a:spcPct val="100000"/>
              </a:lnSpc>
              <a:spcBef>
                <a:spcPts val="0"/>
              </a:spcBef>
              <a:spcAft>
                <a:spcPts val="400"/>
              </a:spcAft>
              <a:buNone/>
            </a:pPr>
            <a:r>
              <a:rPr sz="1800" b="0">
                <a:solidFill>
                  <a:srgbClr val="8FB36A"/>
                </a:solidFill>
                <a:latin typeface="Calibri"/>
                <a:ea typeface="Calibri"/>
                <a:cs typeface="Calibri"/>
              </a:rPr>
              <a:t>Questions et retours bienvenus</a:t>
            </a:r>
          </a:p>
        </p:txBody>
      </p:sp>
      <p:sp>
        <p:nvSpPr>
          <p:cNvPr id="7" name="TextBox 6">
            <a:extLst xmlns:a="http://schemas.openxmlformats.org/drawingml/2006/main">
              <a:ext uri="{FF2B5EF4-FFF2-40B4-BE49-F238E27FC236}">
                <a16:creationId xmlns:a16="http://schemas.microsoft.com/office/drawing/2014/main" id="{88910F7E-0DAE-48B9-8113-9B3B160C18C8}"/>
              </a:ext>
            </a:extLst>
          </p:cNvPr>
          <p:cNvSpPr>
            <a:spLocks xmlns:a="http://schemas.openxmlformats.org/drawingml/2006/main" noGrp="1"/>
          </p:cNvSpPr>
          <p:nvPr/>
        </p:nvSpPr>
        <p:spPr>
          <a:xfrm xmlns:a="http://schemas.openxmlformats.org/drawingml/2006/main">
            <a:off x="822960" y="6126480"/>
            <a:ext cx="100584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lnSpc>
                <a:spcPct val="100000"/>
              </a:lnSpc>
              <a:spcBef>
                <a:spcPts val="0"/>
              </a:spcBef>
              <a:spcAft>
                <a:spcPts val="400"/>
              </a:spcAft>
              <a:buNone/>
            </a:pPr>
            <a:r>
              <a:rPr sz="1300" b="0">
                <a:solidFill>
                  <a:srgbClr val="B9CFA6"/>
                </a:solidFill>
                <a:latin typeface="Calibri"/>
                <a:ea typeface="Calibri"/>
                <a:cs typeface="Calibri"/>
              </a:rPr>
              <a:t>Aliou Barry — UQAM · Projet Well-E</a:t>
            </a:r>
          </a:p>
        </p:txBody>
      </p:sp>
    </p:spTree>
    <p:extLst>
      <p:ext uri="{BB962C8B-B14F-4D97-AF65-F5344CB8AC3E}">
        <p14:creationId xmlns:p14="http://schemas.microsoft.com/office/powerpoint/2010/main" val="2099577405"/>
      </p:ext>
    </p:extLst>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2026-07-28T19:32:20.5800000Z</dcterms:created>
  <dcterms:modified xsi:type="dcterms:W3CDTF">2026-07-28T19:32:20.5800000Z</dcterms:modified>
</coreProperties>
</file>